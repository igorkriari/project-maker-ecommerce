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60" r:id="rId4"/>
    <p:sldId id="263" r:id="rId5"/>
    <p:sldId id="259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ão Pedro Vilhena" initials="JPV" lastIdx="1" clrIdx="0">
    <p:extLst>
      <p:ext uri="{19B8F6BF-5375-455C-9EA6-DF929625EA0E}">
        <p15:presenceInfo xmlns:p15="http://schemas.microsoft.com/office/powerpoint/2012/main" userId="c5bf729379bfe7c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BE1458-D7A0-4FBF-A38F-BC9D93DC4893}" v="70" dt="2020-06-26T19:18:27.2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711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72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ão Pedro Vilhena" userId="c5bf729379bfe7c1" providerId="LiveId" clId="{B3BE1458-D7A0-4FBF-A38F-BC9D93DC4893}"/>
    <pc:docChg chg="undo redo custSel mod addSld modSld sldOrd">
      <pc:chgData name="João Pedro Vilhena" userId="c5bf729379bfe7c1" providerId="LiveId" clId="{B3BE1458-D7A0-4FBF-A38F-BC9D93DC4893}" dt="2020-06-26T19:19:26.615" v="1031"/>
      <pc:docMkLst>
        <pc:docMk/>
      </pc:docMkLst>
      <pc:sldChg chg="addSp modSp mod setBg">
        <pc:chgData name="João Pedro Vilhena" userId="c5bf729379bfe7c1" providerId="LiveId" clId="{B3BE1458-D7A0-4FBF-A38F-BC9D93DC4893}" dt="2020-06-26T16:50:47.503" v="243" actId="2711"/>
        <pc:sldMkLst>
          <pc:docMk/>
          <pc:sldMk cId="1235762230" sldId="258"/>
        </pc:sldMkLst>
        <pc:spChg chg="mod">
          <ac:chgData name="João Pedro Vilhena" userId="c5bf729379bfe7c1" providerId="LiveId" clId="{B3BE1458-D7A0-4FBF-A38F-BC9D93DC4893}" dt="2020-06-26T16:50:42.865" v="242" actId="2711"/>
          <ac:spMkLst>
            <pc:docMk/>
            <pc:sldMk cId="1235762230" sldId="258"/>
            <ac:spMk id="2" creationId="{B1E83BED-65A1-4345-B9F8-5937829F6B71}"/>
          </ac:spMkLst>
        </pc:spChg>
        <pc:spChg chg="mod">
          <ac:chgData name="João Pedro Vilhena" userId="c5bf729379bfe7c1" providerId="LiveId" clId="{B3BE1458-D7A0-4FBF-A38F-BC9D93DC4893}" dt="2020-06-26T16:50:47.503" v="243" actId="2711"/>
          <ac:spMkLst>
            <pc:docMk/>
            <pc:sldMk cId="1235762230" sldId="258"/>
            <ac:spMk id="3" creationId="{0EDDD628-9FC3-4A23-B30F-78C64E8B47B3}"/>
          </ac:spMkLst>
        </pc:spChg>
        <pc:spChg chg="add">
          <ac:chgData name="João Pedro Vilhena" userId="c5bf729379bfe7c1" providerId="LiveId" clId="{B3BE1458-D7A0-4FBF-A38F-BC9D93DC4893}" dt="2020-06-26T16:49:19.211" v="239" actId="26606"/>
          <ac:spMkLst>
            <pc:docMk/>
            <pc:sldMk cId="1235762230" sldId="258"/>
            <ac:spMk id="56" creationId="{C2E4E997-8672-4FFD-B8EC-9932A8E4714B}"/>
          </ac:spMkLst>
        </pc:spChg>
        <pc:grpChg chg="add">
          <ac:chgData name="João Pedro Vilhena" userId="c5bf729379bfe7c1" providerId="LiveId" clId="{B3BE1458-D7A0-4FBF-A38F-BC9D93DC4893}" dt="2020-06-26T16:49:19.211" v="239" actId="26606"/>
          <ac:grpSpMkLst>
            <pc:docMk/>
            <pc:sldMk cId="1235762230" sldId="258"/>
            <ac:grpSpMk id="15" creationId="{EB95AFDF-FA7D-4311-9C65-6D507D92F474}"/>
          </ac:grpSpMkLst>
        </pc:grpChg>
        <pc:grpChg chg="add">
          <ac:chgData name="João Pedro Vilhena" userId="c5bf729379bfe7c1" providerId="LiveId" clId="{B3BE1458-D7A0-4FBF-A38F-BC9D93DC4893}" dt="2020-06-26T16:49:19.211" v="239" actId="26606"/>
          <ac:grpSpMkLst>
            <pc:docMk/>
            <pc:sldMk cId="1235762230" sldId="258"/>
            <ac:grpSpMk id="60" creationId="{453E4DEE-E996-40F8-8635-0FF43D7348F9}"/>
          </ac:grpSpMkLst>
        </pc:grpChg>
        <pc:picChg chg="mod">
          <ac:chgData name="João Pedro Vilhena" userId="c5bf729379bfe7c1" providerId="LiveId" clId="{B3BE1458-D7A0-4FBF-A38F-BC9D93DC4893}" dt="2020-06-26T16:49:19.211" v="239" actId="26606"/>
          <ac:picMkLst>
            <pc:docMk/>
            <pc:sldMk cId="1235762230" sldId="258"/>
            <ac:picMk id="8" creationId="{28863367-92C8-4C07-B9C0-81442A4A1A0E}"/>
          </ac:picMkLst>
        </pc:picChg>
        <pc:picChg chg="add">
          <ac:chgData name="João Pedro Vilhena" userId="c5bf729379bfe7c1" providerId="LiveId" clId="{B3BE1458-D7A0-4FBF-A38F-BC9D93DC4893}" dt="2020-06-26T16:49:19.211" v="239" actId="26606"/>
          <ac:picMkLst>
            <pc:docMk/>
            <pc:sldMk cId="1235762230" sldId="258"/>
            <ac:picMk id="13" creationId="{5FF7B57D-FF7B-48B3-9F60-9BCEEECF9E76}"/>
          </ac:picMkLst>
        </pc:picChg>
        <pc:picChg chg="add">
          <ac:chgData name="João Pedro Vilhena" userId="c5bf729379bfe7c1" providerId="LiveId" clId="{B3BE1458-D7A0-4FBF-A38F-BC9D93DC4893}" dt="2020-06-26T16:49:19.211" v="239" actId="26606"/>
          <ac:picMkLst>
            <pc:docMk/>
            <pc:sldMk cId="1235762230" sldId="258"/>
            <ac:picMk id="58" creationId="{FE6BA9E6-1D9E-4D30-B528-D49FA1342E4E}"/>
          </ac:picMkLst>
        </pc:picChg>
      </pc:sldChg>
      <pc:sldChg chg="addSp delSp modSp mod setBg">
        <pc:chgData name="João Pedro Vilhena" userId="c5bf729379bfe7c1" providerId="LiveId" clId="{B3BE1458-D7A0-4FBF-A38F-BC9D93DC4893}" dt="2020-06-26T18:12:32.024" v="341"/>
        <pc:sldMkLst>
          <pc:docMk/>
          <pc:sldMk cId="2495040727" sldId="259"/>
        </pc:sldMkLst>
        <pc:spChg chg="mod">
          <ac:chgData name="João Pedro Vilhena" userId="c5bf729379bfe7c1" providerId="LiveId" clId="{B3BE1458-D7A0-4FBF-A38F-BC9D93DC4893}" dt="2020-06-26T18:10:55.768" v="333" actId="2711"/>
          <ac:spMkLst>
            <pc:docMk/>
            <pc:sldMk cId="2495040727" sldId="259"/>
            <ac:spMk id="2" creationId="{124765C2-B01A-40EE-88DA-A6CB6F66E3FD}"/>
          </ac:spMkLst>
        </pc:spChg>
        <pc:spChg chg="mod">
          <ac:chgData name="João Pedro Vilhena" userId="c5bf729379bfe7c1" providerId="LiveId" clId="{B3BE1458-D7A0-4FBF-A38F-BC9D93DC4893}" dt="2020-06-26T18:12:32.024" v="341"/>
          <ac:spMkLst>
            <pc:docMk/>
            <pc:sldMk cId="2495040727" sldId="259"/>
            <ac:spMk id="3" creationId="{F4DFFBB0-87D2-4CE1-837C-3F45B723E20F}"/>
          </ac:spMkLst>
        </pc:spChg>
        <pc:spChg chg="add del mod">
          <ac:chgData name="João Pedro Vilhena" userId="c5bf729379bfe7c1" providerId="LiveId" clId="{B3BE1458-D7A0-4FBF-A38F-BC9D93DC4893}" dt="2020-06-26T18:10:18.442" v="322"/>
          <ac:spMkLst>
            <pc:docMk/>
            <pc:sldMk cId="2495040727" sldId="259"/>
            <ac:spMk id="4" creationId="{F4C5DA79-16FF-4B48-8FC0-3490DAD5802E}"/>
          </ac:spMkLst>
        </pc:spChg>
        <pc:spChg chg="add">
          <ac:chgData name="João Pedro Vilhena" userId="c5bf729379bfe7c1" providerId="LiveId" clId="{B3BE1458-D7A0-4FBF-A38F-BC9D93DC4893}" dt="2020-06-26T18:10:27.428" v="323" actId="26606"/>
          <ac:spMkLst>
            <pc:docMk/>
            <pc:sldMk cId="2495040727" sldId="259"/>
            <ac:spMk id="54" creationId="{C2E4E997-8672-4FFD-B8EC-9932A8E4714B}"/>
          </ac:spMkLst>
        </pc:spChg>
        <pc:grpChg chg="add">
          <ac:chgData name="João Pedro Vilhena" userId="c5bf729379bfe7c1" providerId="LiveId" clId="{B3BE1458-D7A0-4FBF-A38F-BC9D93DC4893}" dt="2020-06-26T18:10:27.428" v="323" actId="26606"/>
          <ac:grpSpMkLst>
            <pc:docMk/>
            <pc:sldMk cId="2495040727" sldId="259"/>
            <ac:grpSpMk id="13" creationId="{EB95AFDF-FA7D-4311-9C65-6D507D92F474}"/>
          </ac:grpSpMkLst>
        </pc:grpChg>
        <pc:grpChg chg="add">
          <ac:chgData name="João Pedro Vilhena" userId="c5bf729379bfe7c1" providerId="LiveId" clId="{B3BE1458-D7A0-4FBF-A38F-BC9D93DC4893}" dt="2020-06-26T18:10:27.428" v="323" actId="26606"/>
          <ac:grpSpMkLst>
            <pc:docMk/>
            <pc:sldMk cId="2495040727" sldId="259"/>
            <ac:grpSpMk id="58" creationId="{453E4DEE-E996-40F8-8635-0FF43D7348F9}"/>
          </ac:grpSpMkLst>
        </pc:grpChg>
        <pc:picChg chg="add mod">
          <ac:chgData name="João Pedro Vilhena" userId="c5bf729379bfe7c1" providerId="LiveId" clId="{B3BE1458-D7A0-4FBF-A38F-BC9D93DC4893}" dt="2020-06-26T16:57:04.887" v="284"/>
          <ac:picMkLst>
            <pc:docMk/>
            <pc:sldMk cId="2495040727" sldId="259"/>
            <ac:picMk id="5" creationId="{271FEA5D-9C7D-4C5E-B94B-766BF5EC59ED}"/>
          </ac:picMkLst>
        </pc:picChg>
        <pc:picChg chg="add mod">
          <ac:chgData name="João Pedro Vilhena" userId="c5bf729379bfe7c1" providerId="LiveId" clId="{B3BE1458-D7A0-4FBF-A38F-BC9D93DC4893}" dt="2020-06-26T18:10:32.423" v="325" actId="27614"/>
          <ac:picMkLst>
            <pc:docMk/>
            <pc:sldMk cId="2495040727" sldId="259"/>
            <ac:picMk id="6" creationId="{384621C7-15EC-4999-9DF7-1D8015C085B4}"/>
          </ac:picMkLst>
        </pc:picChg>
        <pc:picChg chg="add">
          <ac:chgData name="João Pedro Vilhena" userId="c5bf729379bfe7c1" providerId="LiveId" clId="{B3BE1458-D7A0-4FBF-A38F-BC9D93DC4893}" dt="2020-06-26T18:10:27.428" v="323" actId="26606"/>
          <ac:picMkLst>
            <pc:docMk/>
            <pc:sldMk cId="2495040727" sldId="259"/>
            <ac:picMk id="11" creationId="{5FF7B57D-FF7B-48B3-9F60-9BCEEECF9E76}"/>
          </ac:picMkLst>
        </pc:picChg>
        <pc:picChg chg="add">
          <ac:chgData name="João Pedro Vilhena" userId="c5bf729379bfe7c1" providerId="LiveId" clId="{B3BE1458-D7A0-4FBF-A38F-BC9D93DC4893}" dt="2020-06-26T18:10:27.428" v="323" actId="26606"/>
          <ac:picMkLst>
            <pc:docMk/>
            <pc:sldMk cId="2495040727" sldId="259"/>
            <ac:picMk id="56" creationId="{FE6BA9E6-1D9E-4D30-B528-D49FA1342E4E}"/>
          </ac:picMkLst>
        </pc:picChg>
      </pc:sldChg>
      <pc:sldChg chg="addSp delSp modSp new mod setBg setClrOvrMap">
        <pc:chgData name="João Pedro Vilhena" userId="c5bf729379bfe7c1" providerId="LiveId" clId="{B3BE1458-D7A0-4FBF-A38F-BC9D93DC4893}" dt="2020-06-26T16:53:44.117" v="281" actId="20577"/>
        <pc:sldMkLst>
          <pc:docMk/>
          <pc:sldMk cId="2388041642" sldId="260"/>
        </pc:sldMkLst>
        <pc:spChg chg="mod">
          <ac:chgData name="João Pedro Vilhena" userId="c5bf729379bfe7c1" providerId="LiveId" clId="{B3BE1458-D7A0-4FBF-A38F-BC9D93DC4893}" dt="2020-06-26T16:52:06.255" v="265" actId="207"/>
          <ac:spMkLst>
            <pc:docMk/>
            <pc:sldMk cId="2388041642" sldId="260"/>
            <ac:spMk id="2" creationId="{D495CA23-401E-4F09-9B14-082097C1125C}"/>
          </ac:spMkLst>
        </pc:spChg>
        <pc:spChg chg="del mod">
          <ac:chgData name="João Pedro Vilhena" userId="c5bf729379bfe7c1" providerId="LiveId" clId="{B3BE1458-D7A0-4FBF-A38F-BC9D93DC4893}" dt="2020-06-26T16:48:49.551" v="226"/>
          <ac:spMkLst>
            <pc:docMk/>
            <pc:sldMk cId="2388041642" sldId="260"/>
            <ac:spMk id="3" creationId="{580AE47A-318C-4E76-A84A-B71039DC3D7A}"/>
          </ac:spMkLst>
        </pc:spChg>
        <pc:spChg chg="mod ord">
          <ac:chgData name="João Pedro Vilhena" userId="c5bf729379bfe7c1" providerId="LiveId" clId="{B3BE1458-D7A0-4FBF-A38F-BC9D93DC4893}" dt="2020-06-26T16:53:44.117" v="281" actId="20577"/>
          <ac:spMkLst>
            <pc:docMk/>
            <pc:sldMk cId="2388041642" sldId="260"/>
            <ac:spMk id="4" creationId="{2CA71C78-82DD-4075-ABAA-F15F9D4A8142}"/>
          </ac:spMkLst>
        </pc:spChg>
        <pc:spChg chg="add del">
          <ac:chgData name="João Pedro Vilhena" userId="c5bf729379bfe7c1" providerId="LiveId" clId="{B3BE1458-D7A0-4FBF-A38F-BC9D93DC4893}" dt="2020-06-26T16:49:00.613" v="228" actId="26606"/>
          <ac:spMkLst>
            <pc:docMk/>
            <pc:sldMk cId="2388041642" sldId="260"/>
            <ac:spMk id="53" creationId="{3CBA50DB-DBC7-4B6E-B3C1-8FF1EA519791}"/>
          </ac:spMkLst>
        </pc:spChg>
        <pc:spChg chg="add del">
          <ac:chgData name="João Pedro Vilhena" userId="c5bf729379bfe7c1" providerId="LiveId" clId="{B3BE1458-D7A0-4FBF-A38F-BC9D93DC4893}" dt="2020-06-26T16:49:00.613" v="228" actId="26606"/>
          <ac:spMkLst>
            <pc:docMk/>
            <pc:sldMk cId="2388041642" sldId="260"/>
            <ac:spMk id="98" creationId="{A1351C6B-7343-451F-AB4A-1CE294A4E927}"/>
          </ac:spMkLst>
        </pc:spChg>
        <pc:spChg chg="add del">
          <ac:chgData name="João Pedro Vilhena" userId="c5bf729379bfe7c1" providerId="LiveId" clId="{B3BE1458-D7A0-4FBF-A38F-BC9D93DC4893}" dt="2020-06-26T16:49:04.009" v="234" actId="26606"/>
          <ac:spMkLst>
            <pc:docMk/>
            <pc:sldMk cId="2388041642" sldId="260"/>
            <ac:spMk id="130" creationId="{3CBA50DB-DBC7-4B6E-B3C1-8FF1EA519791}"/>
          </ac:spMkLst>
        </pc:spChg>
        <pc:spChg chg="add del">
          <ac:chgData name="João Pedro Vilhena" userId="c5bf729379bfe7c1" providerId="LiveId" clId="{B3BE1458-D7A0-4FBF-A38F-BC9D93DC4893}" dt="2020-06-26T16:49:04.009" v="234" actId="26606"/>
          <ac:spMkLst>
            <pc:docMk/>
            <pc:sldMk cId="2388041642" sldId="260"/>
            <ac:spMk id="134" creationId="{A1351C6B-7343-451F-AB4A-1CE294A4E927}"/>
          </ac:spMkLst>
        </pc:spChg>
        <pc:spChg chg="add del">
          <ac:chgData name="João Pedro Vilhena" userId="c5bf729379bfe7c1" providerId="LiveId" clId="{B3BE1458-D7A0-4FBF-A38F-BC9D93DC4893}" dt="2020-06-26T16:49:07.352" v="236" actId="26606"/>
          <ac:spMkLst>
            <pc:docMk/>
            <pc:sldMk cId="2388041642" sldId="260"/>
            <ac:spMk id="138" creationId="{C2E4E997-8672-4FFD-B8EC-9932A8E4714B}"/>
          </ac:spMkLst>
        </pc:spChg>
        <pc:spChg chg="add del">
          <ac:chgData name="João Pedro Vilhena" userId="c5bf729379bfe7c1" providerId="LiveId" clId="{B3BE1458-D7A0-4FBF-A38F-BC9D93DC4893}" dt="2020-06-26T16:51:54.928" v="263" actId="26606"/>
          <ac:spMkLst>
            <pc:docMk/>
            <pc:sldMk cId="2388041642" sldId="260"/>
            <ac:spMk id="144" creationId="{3CBA50DB-DBC7-4B6E-B3C1-8FF1EA519791}"/>
          </ac:spMkLst>
        </pc:spChg>
        <pc:spChg chg="add del">
          <ac:chgData name="João Pedro Vilhena" userId="c5bf729379bfe7c1" providerId="LiveId" clId="{B3BE1458-D7A0-4FBF-A38F-BC9D93DC4893}" dt="2020-06-26T16:51:54.928" v="263" actId="26606"/>
          <ac:spMkLst>
            <pc:docMk/>
            <pc:sldMk cId="2388041642" sldId="260"/>
            <ac:spMk id="148" creationId="{A1351C6B-7343-451F-AB4A-1CE294A4E927}"/>
          </ac:spMkLst>
        </pc:spChg>
        <pc:spChg chg="add">
          <ac:chgData name="João Pedro Vilhena" userId="c5bf729379bfe7c1" providerId="LiveId" clId="{B3BE1458-D7A0-4FBF-A38F-BC9D93DC4893}" dt="2020-06-26T16:51:54.928" v="263" actId="26606"/>
          <ac:spMkLst>
            <pc:docMk/>
            <pc:sldMk cId="2388041642" sldId="260"/>
            <ac:spMk id="196" creationId="{046B922C-5BA7-4973-B12F-71A509E4BF13}"/>
          </ac:spMkLst>
        </pc:spChg>
        <pc:spChg chg="add">
          <ac:chgData name="João Pedro Vilhena" userId="c5bf729379bfe7c1" providerId="LiveId" clId="{B3BE1458-D7A0-4FBF-A38F-BC9D93DC4893}" dt="2020-06-26T16:51:54.928" v="263" actId="26606"/>
          <ac:spMkLst>
            <pc:docMk/>
            <pc:sldMk cId="2388041642" sldId="260"/>
            <ac:spMk id="241" creationId="{F2B1468C-8227-4785-8776-7BDBDDF08F85}"/>
          </ac:spMkLst>
        </pc:spChg>
        <pc:grpChg chg="add del">
          <ac:chgData name="João Pedro Vilhena" userId="c5bf729379bfe7c1" providerId="LiveId" clId="{B3BE1458-D7A0-4FBF-A38F-BC9D93DC4893}" dt="2020-06-26T16:49:00.613" v="228" actId="26606"/>
          <ac:grpSpMkLst>
            <pc:docMk/>
            <pc:sldMk cId="2388041642" sldId="260"/>
            <ac:grpSpMk id="12" creationId="{EB95AFDF-FA7D-4311-9C65-6D507D92F474}"/>
          </ac:grpSpMkLst>
        </pc:grpChg>
        <pc:grpChg chg="add del">
          <ac:chgData name="João Pedro Vilhena" userId="c5bf729379bfe7c1" providerId="LiveId" clId="{B3BE1458-D7A0-4FBF-A38F-BC9D93DC4893}" dt="2020-06-26T16:49:00.613" v="228" actId="26606"/>
          <ac:grpSpMkLst>
            <pc:docMk/>
            <pc:sldMk cId="2388041642" sldId="260"/>
            <ac:grpSpMk id="55" creationId="{1DED8FB6-AF8D-4D98-913D-E6486FEC1021}"/>
          </ac:grpSpMkLst>
        </pc:grpChg>
        <pc:grpChg chg="add del">
          <ac:chgData name="João Pedro Vilhena" userId="c5bf729379bfe7c1" providerId="LiveId" clId="{B3BE1458-D7A0-4FBF-A38F-BC9D93DC4893}" dt="2020-06-26T16:49:02.184" v="230" actId="26606"/>
          <ac:grpSpMkLst>
            <pc:docMk/>
            <pc:sldMk cId="2388041642" sldId="260"/>
            <ac:grpSpMk id="57" creationId="{FD642FB6-2808-4BC5-AE0B-7302C24B78A5}"/>
          </ac:grpSpMkLst>
        </pc:grpChg>
        <pc:grpChg chg="add del">
          <ac:chgData name="João Pedro Vilhena" userId="c5bf729379bfe7c1" providerId="LiveId" clId="{B3BE1458-D7A0-4FBF-A38F-BC9D93DC4893}" dt="2020-06-26T16:49:02.184" v="230" actId="26606"/>
          <ac:grpSpMkLst>
            <pc:docMk/>
            <pc:sldMk cId="2388041642" sldId="260"/>
            <ac:grpSpMk id="113" creationId="{A838DBA2-246D-4087-AE0A-6EA2B4B65AF3}"/>
          </ac:grpSpMkLst>
        </pc:grpChg>
        <pc:grpChg chg="add del">
          <ac:chgData name="João Pedro Vilhena" userId="c5bf729379bfe7c1" providerId="LiveId" clId="{B3BE1458-D7A0-4FBF-A38F-BC9D93DC4893}" dt="2020-06-26T16:49:02.184" v="230" actId="26606"/>
          <ac:grpSpMkLst>
            <pc:docMk/>
            <pc:sldMk cId="2388041642" sldId="260"/>
            <ac:grpSpMk id="114" creationId="{8E1DDAD8-1D10-4640-A034-BE90015E37B6}"/>
          </ac:grpSpMkLst>
        </pc:grpChg>
        <pc:grpChg chg="add del">
          <ac:chgData name="João Pedro Vilhena" userId="c5bf729379bfe7c1" providerId="LiveId" clId="{B3BE1458-D7A0-4FBF-A38F-BC9D93DC4893}" dt="2020-06-26T16:49:03.183" v="232" actId="26606"/>
          <ac:grpSpMkLst>
            <pc:docMk/>
            <pc:sldMk cId="2388041642" sldId="260"/>
            <ac:grpSpMk id="120" creationId="{A838DBA2-246D-4087-AE0A-6EA2B4B65AF3}"/>
          </ac:grpSpMkLst>
        </pc:grpChg>
        <pc:grpChg chg="add del">
          <ac:chgData name="João Pedro Vilhena" userId="c5bf729379bfe7c1" providerId="LiveId" clId="{B3BE1458-D7A0-4FBF-A38F-BC9D93DC4893}" dt="2020-06-26T16:49:03.183" v="232" actId="26606"/>
          <ac:grpSpMkLst>
            <pc:docMk/>
            <pc:sldMk cId="2388041642" sldId="260"/>
            <ac:grpSpMk id="121" creationId="{74872A0B-8668-4500-9509-EAA581B26C24}"/>
          </ac:grpSpMkLst>
        </pc:grpChg>
        <pc:grpChg chg="add del">
          <ac:chgData name="João Pedro Vilhena" userId="c5bf729379bfe7c1" providerId="LiveId" clId="{B3BE1458-D7A0-4FBF-A38F-BC9D93DC4893}" dt="2020-06-26T16:49:03.183" v="232" actId="26606"/>
          <ac:grpSpMkLst>
            <pc:docMk/>
            <pc:sldMk cId="2388041642" sldId="260"/>
            <ac:grpSpMk id="124" creationId="{240590EE-5428-41AA-95B2-96FCC1CE67A7}"/>
          </ac:grpSpMkLst>
        </pc:grpChg>
        <pc:grpChg chg="add del">
          <ac:chgData name="João Pedro Vilhena" userId="c5bf729379bfe7c1" providerId="LiveId" clId="{B3BE1458-D7A0-4FBF-A38F-BC9D93DC4893}" dt="2020-06-26T16:49:04.009" v="234" actId="26606"/>
          <ac:grpSpMkLst>
            <pc:docMk/>
            <pc:sldMk cId="2388041642" sldId="260"/>
            <ac:grpSpMk id="129" creationId="{EB95AFDF-FA7D-4311-9C65-6D507D92F474}"/>
          </ac:grpSpMkLst>
        </pc:grpChg>
        <pc:grpChg chg="add del">
          <ac:chgData name="João Pedro Vilhena" userId="c5bf729379bfe7c1" providerId="LiveId" clId="{B3BE1458-D7A0-4FBF-A38F-BC9D93DC4893}" dt="2020-06-26T16:49:04.009" v="234" actId="26606"/>
          <ac:grpSpMkLst>
            <pc:docMk/>
            <pc:sldMk cId="2388041642" sldId="260"/>
            <ac:grpSpMk id="131" creationId="{1DED8FB6-AF8D-4D98-913D-E6486FEC1021}"/>
          </ac:grpSpMkLst>
        </pc:grpChg>
        <pc:grpChg chg="add del">
          <ac:chgData name="João Pedro Vilhena" userId="c5bf729379bfe7c1" providerId="LiveId" clId="{B3BE1458-D7A0-4FBF-A38F-BC9D93DC4893}" dt="2020-06-26T16:49:07.352" v="236" actId="26606"/>
          <ac:grpSpMkLst>
            <pc:docMk/>
            <pc:sldMk cId="2388041642" sldId="260"/>
            <ac:grpSpMk id="137" creationId="{EB95AFDF-FA7D-4311-9C65-6D507D92F474}"/>
          </ac:grpSpMkLst>
        </pc:grpChg>
        <pc:grpChg chg="add del">
          <ac:chgData name="João Pedro Vilhena" userId="c5bf729379bfe7c1" providerId="LiveId" clId="{B3BE1458-D7A0-4FBF-A38F-BC9D93DC4893}" dt="2020-06-26T16:49:07.352" v="236" actId="26606"/>
          <ac:grpSpMkLst>
            <pc:docMk/>
            <pc:sldMk cId="2388041642" sldId="260"/>
            <ac:grpSpMk id="140" creationId="{453E4DEE-E996-40F8-8635-0FF43D7348F9}"/>
          </ac:grpSpMkLst>
        </pc:grpChg>
        <pc:grpChg chg="add del">
          <ac:chgData name="João Pedro Vilhena" userId="c5bf729379bfe7c1" providerId="LiveId" clId="{B3BE1458-D7A0-4FBF-A38F-BC9D93DC4893}" dt="2020-06-26T16:51:54.928" v="263" actId="26606"/>
          <ac:grpSpMkLst>
            <pc:docMk/>
            <pc:sldMk cId="2388041642" sldId="260"/>
            <ac:grpSpMk id="143" creationId="{EB95AFDF-FA7D-4311-9C65-6D507D92F474}"/>
          </ac:grpSpMkLst>
        </pc:grpChg>
        <pc:grpChg chg="add del">
          <ac:chgData name="João Pedro Vilhena" userId="c5bf729379bfe7c1" providerId="LiveId" clId="{B3BE1458-D7A0-4FBF-A38F-BC9D93DC4893}" dt="2020-06-26T16:51:54.928" v="263" actId="26606"/>
          <ac:grpSpMkLst>
            <pc:docMk/>
            <pc:sldMk cId="2388041642" sldId="260"/>
            <ac:grpSpMk id="145" creationId="{1DED8FB6-AF8D-4D98-913D-E6486FEC1021}"/>
          </ac:grpSpMkLst>
        </pc:grpChg>
        <pc:grpChg chg="add">
          <ac:chgData name="João Pedro Vilhena" userId="c5bf729379bfe7c1" providerId="LiveId" clId="{B3BE1458-D7A0-4FBF-A38F-BC9D93DC4893}" dt="2020-06-26T16:51:54.928" v="263" actId="26606"/>
          <ac:grpSpMkLst>
            <pc:docMk/>
            <pc:sldMk cId="2388041642" sldId="260"/>
            <ac:grpSpMk id="155" creationId="{EB95AFDF-FA7D-4311-9C65-6D507D92F474}"/>
          </ac:grpSpMkLst>
        </pc:grpChg>
        <pc:grpChg chg="add">
          <ac:chgData name="João Pedro Vilhena" userId="c5bf729379bfe7c1" providerId="LiveId" clId="{B3BE1458-D7A0-4FBF-A38F-BC9D93DC4893}" dt="2020-06-26T16:51:54.928" v="263" actId="26606"/>
          <ac:grpSpMkLst>
            <pc:docMk/>
            <pc:sldMk cId="2388041642" sldId="260"/>
            <ac:grpSpMk id="198" creationId="{96D34D8D-9EE9-4659-8C22-7551A95F96FA}"/>
          </ac:grpSpMkLst>
        </pc:grpChg>
        <pc:picChg chg="add mod">
          <ac:chgData name="João Pedro Vilhena" userId="c5bf729379bfe7c1" providerId="LiveId" clId="{B3BE1458-D7A0-4FBF-A38F-BC9D93DC4893}" dt="2020-06-26T16:51:54.928" v="263" actId="26606"/>
          <ac:picMkLst>
            <pc:docMk/>
            <pc:sldMk cId="2388041642" sldId="260"/>
            <ac:picMk id="5" creationId="{C968B3DF-D705-41D5-8644-A0F29B74CE1B}"/>
          </ac:picMkLst>
        </pc:picChg>
        <pc:picChg chg="add del">
          <ac:chgData name="João Pedro Vilhena" userId="c5bf729379bfe7c1" providerId="LiveId" clId="{B3BE1458-D7A0-4FBF-A38F-BC9D93DC4893}" dt="2020-06-26T16:49:00.613" v="228" actId="26606"/>
          <ac:picMkLst>
            <pc:docMk/>
            <pc:sldMk cId="2388041642" sldId="260"/>
            <ac:picMk id="10" creationId="{5FF7B57D-FF7B-48B3-9F60-9BCEEECF9E76}"/>
          </ac:picMkLst>
        </pc:picChg>
        <pc:picChg chg="add del">
          <ac:chgData name="João Pedro Vilhena" userId="c5bf729379bfe7c1" providerId="LiveId" clId="{B3BE1458-D7A0-4FBF-A38F-BC9D93DC4893}" dt="2020-06-26T16:49:00.613" v="228" actId="26606"/>
          <ac:picMkLst>
            <pc:docMk/>
            <pc:sldMk cId="2388041642" sldId="260"/>
            <ac:picMk id="96" creationId="{5B3DE270-418F-47A7-B311-C4D876041DC6}"/>
          </ac:picMkLst>
        </pc:picChg>
        <pc:picChg chg="add del">
          <ac:chgData name="João Pedro Vilhena" userId="c5bf729379bfe7c1" providerId="LiveId" clId="{B3BE1458-D7A0-4FBF-A38F-BC9D93DC4893}" dt="2020-06-26T16:49:02.184" v="230" actId="26606"/>
          <ac:picMkLst>
            <pc:docMk/>
            <pc:sldMk cId="2388041642" sldId="260"/>
            <ac:picMk id="112" creationId="{59FACE42-44B0-4185-8ED4-9043A78C8600}"/>
          </ac:picMkLst>
        </pc:picChg>
        <pc:picChg chg="add del">
          <ac:chgData name="João Pedro Vilhena" userId="c5bf729379bfe7c1" providerId="LiveId" clId="{B3BE1458-D7A0-4FBF-A38F-BC9D93DC4893}" dt="2020-06-26T16:49:03.183" v="232" actId="26606"/>
          <ac:picMkLst>
            <pc:docMk/>
            <pc:sldMk cId="2388041642" sldId="260"/>
            <ac:picMk id="119" creationId="{59FACE42-44B0-4185-8ED4-9043A78C8600}"/>
          </ac:picMkLst>
        </pc:picChg>
        <pc:picChg chg="add del">
          <ac:chgData name="João Pedro Vilhena" userId="c5bf729379bfe7c1" providerId="LiveId" clId="{B3BE1458-D7A0-4FBF-A38F-BC9D93DC4893}" dt="2020-06-26T16:49:04.009" v="234" actId="26606"/>
          <ac:picMkLst>
            <pc:docMk/>
            <pc:sldMk cId="2388041642" sldId="260"/>
            <ac:picMk id="128" creationId="{5FF7B57D-FF7B-48B3-9F60-9BCEEECF9E76}"/>
          </ac:picMkLst>
        </pc:picChg>
        <pc:picChg chg="add del">
          <ac:chgData name="João Pedro Vilhena" userId="c5bf729379bfe7c1" providerId="LiveId" clId="{B3BE1458-D7A0-4FBF-A38F-BC9D93DC4893}" dt="2020-06-26T16:49:04.009" v="234" actId="26606"/>
          <ac:picMkLst>
            <pc:docMk/>
            <pc:sldMk cId="2388041642" sldId="260"/>
            <ac:picMk id="133" creationId="{5B3DE270-418F-47A7-B311-C4D876041DC6}"/>
          </ac:picMkLst>
        </pc:picChg>
        <pc:picChg chg="add del">
          <ac:chgData name="João Pedro Vilhena" userId="c5bf729379bfe7c1" providerId="LiveId" clId="{B3BE1458-D7A0-4FBF-A38F-BC9D93DC4893}" dt="2020-06-26T16:49:07.352" v="236" actId="26606"/>
          <ac:picMkLst>
            <pc:docMk/>
            <pc:sldMk cId="2388041642" sldId="260"/>
            <ac:picMk id="136" creationId="{5FF7B57D-FF7B-48B3-9F60-9BCEEECF9E76}"/>
          </ac:picMkLst>
        </pc:picChg>
        <pc:picChg chg="add del">
          <ac:chgData name="João Pedro Vilhena" userId="c5bf729379bfe7c1" providerId="LiveId" clId="{B3BE1458-D7A0-4FBF-A38F-BC9D93DC4893}" dt="2020-06-26T16:49:07.352" v="236" actId="26606"/>
          <ac:picMkLst>
            <pc:docMk/>
            <pc:sldMk cId="2388041642" sldId="260"/>
            <ac:picMk id="139" creationId="{FE6BA9E6-1D9E-4D30-B528-D49FA1342E4E}"/>
          </ac:picMkLst>
        </pc:picChg>
        <pc:picChg chg="add del">
          <ac:chgData name="João Pedro Vilhena" userId="c5bf729379bfe7c1" providerId="LiveId" clId="{B3BE1458-D7A0-4FBF-A38F-BC9D93DC4893}" dt="2020-06-26T16:51:54.928" v="263" actId="26606"/>
          <ac:picMkLst>
            <pc:docMk/>
            <pc:sldMk cId="2388041642" sldId="260"/>
            <ac:picMk id="142" creationId="{5FF7B57D-FF7B-48B3-9F60-9BCEEECF9E76}"/>
          </ac:picMkLst>
        </pc:picChg>
        <pc:picChg chg="add del">
          <ac:chgData name="João Pedro Vilhena" userId="c5bf729379bfe7c1" providerId="LiveId" clId="{B3BE1458-D7A0-4FBF-A38F-BC9D93DC4893}" dt="2020-06-26T16:51:54.928" v="263" actId="26606"/>
          <ac:picMkLst>
            <pc:docMk/>
            <pc:sldMk cId="2388041642" sldId="260"/>
            <ac:picMk id="147" creationId="{5B3DE270-418F-47A7-B311-C4D876041DC6}"/>
          </ac:picMkLst>
        </pc:picChg>
        <pc:picChg chg="add">
          <ac:chgData name="João Pedro Vilhena" userId="c5bf729379bfe7c1" providerId="LiveId" clId="{B3BE1458-D7A0-4FBF-A38F-BC9D93DC4893}" dt="2020-06-26T16:51:54.928" v="263" actId="26606"/>
          <ac:picMkLst>
            <pc:docMk/>
            <pc:sldMk cId="2388041642" sldId="260"/>
            <ac:picMk id="153" creationId="{5FF7B57D-FF7B-48B3-9F60-9BCEEECF9E76}"/>
          </ac:picMkLst>
        </pc:picChg>
        <pc:picChg chg="add">
          <ac:chgData name="João Pedro Vilhena" userId="c5bf729379bfe7c1" providerId="LiveId" clId="{B3BE1458-D7A0-4FBF-A38F-BC9D93DC4893}" dt="2020-06-26T16:51:54.928" v="263" actId="26606"/>
          <ac:picMkLst>
            <pc:docMk/>
            <pc:sldMk cId="2388041642" sldId="260"/>
            <ac:picMk id="239" creationId="{2FB01CCF-839B-4126-9BF9-132C64D8A1AA}"/>
          </ac:picMkLst>
        </pc:picChg>
      </pc:sldChg>
      <pc:sldChg chg="addSp delSp modSp new mod setBg addCm delCm">
        <pc:chgData name="João Pedro Vilhena" userId="c5bf729379bfe7c1" providerId="LiveId" clId="{B3BE1458-D7A0-4FBF-A38F-BC9D93DC4893}" dt="2020-06-26T18:23:43.957" v="474" actId="1589"/>
        <pc:sldMkLst>
          <pc:docMk/>
          <pc:sldMk cId="964413164" sldId="261"/>
        </pc:sldMkLst>
        <pc:spChg chg="mod">
          <ac:chgData name="João Pedro Vilhena" userId="c5bf729379bfe7c1" providerId="LiveId" clId="{B3BE1458-D7A0-4FBF-A38F-BC9D93DC4893}" dt="2020-06-26T18:17:21.464" v="395" actId="2711"/>
          <ac:spMkLst>
            <pc:docMk/>
            <pc:sldMk cId="964413164" sldId="261"/>
            <ac:spMk id="2" creationId="{A04CFF30-9E32-441F-9134-823802E4BE60}"/>
          </ac:spMkLst>
        </pc:spChg>
        <pc:spChg chg="mod">
          <ac:chgData name="João Pedro Vilhena" userId="c5bf729379bfe7c1" providerId="LiveId" clId="{B3BE1458-D7A0-4FBF-A38F-BC9D93DC4893}" dt="2020-06-26T18:18:28.421" v="404" actId="20577"/>
          <ac:spMkLst>
            <pc:docMk/>
            <pc:sldMk cId="964413164" sldId="261"/>
            <ac:spMk id="3" creationId="{79502F37-6149-4273-B720-C4EE57E39F0B}"/>
          </ac:spMkLst>
        </pc:spChg>
        <pc:spChg chg="add del">
          <ac:chgData name="João Pedro Vilhena" userId="c5bf729379bfe7c1" providerId="LiveId" clId="{B3BE1458-D7A0-4FBF-A38F-BC9D93DC4893}" dt="2020-06-26T18:15:28.979" v="358" actId="931"/>
          <ac:spMkLst>
            <pc:docMk/>
            <pc:sldMk cId="964413164" sldId="261"/>
            <ac:spMk id="4" creationId="{4B65266F-A436-417E-B1AA-58D29A3E2C2C}"/>
          </ac:spMkLst>
        </pc:spChg>
        <pc:spChg chg="add del mod">
          <ac:chgData name="João Pedro Vilhena" userId="c5bf729379bfe7c1" providerId="LiveId" clId="{B3BE1458-D7A0-4FBF-A38F-BC9D93DC4893}" dt="2020-06-26T18:14:19.554" v="357" actId="931"/>
          <ac:spMkLst>
            <pc:docMk/>
            <pc:sldMk cId="964413164" sldId="261"/>
            <ac:spMk id="7" creationId="{612270A8-B5A4-4459-918F-3691DAA12534}"/>
          </ac:spMkLst>
        </pc:spChg>
        <pc:spChg chg="add del mod">
          <ac:chgData name="João Pedro Vilhena" userId="c5bf729379bfe7c1" providerId="LiveId" clId="{B3BE1458-D7A0-4FBF-A38F-BC9D93DC4893}" dt="2020-06-26T18:16:25.971" v="376" actId="478"/>
          <ac:spMkLst>
            <pc:docMk/>
            <pc:sldMk cId="964413164" sldId="261"/>
            <ac:spMk id="10" creationId="{54728B4F-5D5D-4C3F-B21E-A92390051370}"/>
          </ac:spMkLst>
        </pc:spChg>
        <pc:grpChg chg="add del">
          <ac:chgData name="João Pedro Vilhena" userId="c5bf729379bfe7c1" providerId="LiveId" clId="{B3BE1458-D7A0-4FBF-A38F-BC9D93DC4893}" dt="2020-06-26T18:16:16.767" v="373" actId="26606"/>
          <ac:grpSpMkLst>
            <pc:docMk/>
            <pc:sldMk cId="964413164" sldId="261"/>
            <ac:grpSpMk id="17" creationId="{A838DBA2-246D-4087-AE0A-6EA2B4B65AF3}"/>
          </ac:grpSpMkLst>
        </pc:grpChg>
        <pc:grpChg chg="add">
          <ac:chgData name="João Pedro Vilhena" userId="c5bf729379bfe7c1" providerId="LiveId" clId="{B3BE1458-D7A0-4FBF-A38F-BC9D93DC4893}" dt="2020-06-26T18:16:16.767" v="373" actId="26606"/>
          <ac:grpSpMkLst>
            <pc:docMk/>
            <pc:sldMk cId="964413164" sldId="261"/>
            <ac:grpSpMk id="63" creationId="{A838DBA2-246D-4087-AE0A-6EA2B4B65AF3}"/>
          </ac:grpSpMkLst>
        </pc:grpChg>
        <pc:picChg chg="add del mod">
          <ac:chgData name="João Pedro Vilhena" userId="c5bf729379bfe7c1" providerId="LiveId" clId="{B3BE1458-D7A0-4FBF-A38F-BC9D93DC4893}" dt="2020-06-26T18:14:19.554" v="357" actId="931"/>
          <ac:picMkLst>
            <pc:docMk/>
            <pc:sldMk cId="964413164" sldId="261"/>
            <ac:picMk id="6" creationId="{ADD5BC79-D7C0-4972-A45B-47938C45F151}"/>
          </ac:picMkLst>
        </pc:picChg>
        <pc:picChg chg="add mod">
          <ac:chgData name="João Pedro Vilhena" userId="c5bf729379bfe7c1" providerId="LiveId" clId="{B3BE1458-D7A0-4FBF-A38F-BC9D93DC4893}" dt="2020-06-26T18:16:16.767" v="373" actId="26606"/>
          <ac:picMkLst>
            <pc:docMk/>
            <pc:sldMk cId="964413164" sldId="261"/>
            <ac:picMk id="9" creationId="{B3871819-840E-4FA6-955F-89EC726AB8A7}"/>
          </ac:picMkLst>
        </pc:picChg>
        <pc:picChg chg="add del">
          <ac:chgData name="João Pedro Vilhena" userId="c5bf729379bfe7c1" providerId="LiveId" clId="{B3BE1458-D7A0-4FBF-A38F-BC9D93DC4893}" dt="2020-06-26T18:16:16.767" v="373" actId="26606"/>
          <ac:picMkLst>
            <pc:docMk/>
            <pc:sldMk cId="964413164" sldId="261"/>
            <ac:picMk id="15" creationId="{59FACE42-44B0-4185-8ED4-9043A78C8600}"/>
          </ac:picMkLst>
        </pc:picChg>
        <pc:picChg chg="add">
          <ac:chgData name="João Pedro Vilhena" userId="c5bf729379bfe7c1" providerId="LiveId" clId="{B3BE1458-D7A0-4FBF-A38F-BC9D93DC4893}" dt="2020-06-26T18:16:16.767" v="373" actId="26606"/>
          <ac:picMkLst>
            <pc:docMk/>
            <pc:sldMk cId="964413164" sldId="261"/>
            <ac:picMk id="61" creationId="{59FACE42-44B0-4185-8ED4-9043A78C8600}"/>
          </ac:picMkLst>
        </pc:picChg>
      </pc:sldChg>
      <pc:sldChg chg="addSp delSp modSp new mod setBg">
        <pc:chgData name="João Pedro Vilhena" userId="c5bf729379bfe7c1" providerId="LiveId" clId="{B3BE1458-D7A0-4FBF-A38F-BC9D93DC4893}" dt="2020-06-26T19:19:12.460" v="1029" actId="115"/>
        <pc:sldMkLst>
          <pc:docMk/>
          <pc:sldMk cId="3984468689" sldId="262"/>
        </pc:sldMkLst>
        <pc:spChg chg="del mod">
          <ac:chgData name="João Pedro Vilhena" userId="c5bf729379bfe7c1" providerId="LiveId" clId="{B3BE1458-D7A0-4FBF-A38F-BC9D93DC4893}" dt="2020-06-26T18:23:48.775" v="479" actId="21"/>
          <ac:spMkLst>
            <pc:docMk/>
            <pc:sldMk cId="3984468689" sldId="262"/>
            <ac:spMk id="2" creationId="{B2025105-BF23-415B-9C9C-B9DB83576185}"/>
          </ac:spMkLst>
        </pc:spChg>
        <pc:spChg chg="del">
          <ac:chgData name="João Pedro Vilhena" userId="c5bf729379bfe7c1" providerId="LiveId" clId="{B3BE1458-D7A0-4FBF-A38F-BC9D93DC4893}" dt="2020-06-26T18:21:49.255" v="450" actId="931"/>
          <ac:spMkLst>
            <pc:docMk/>
            <pc:sldMk cId="3984468689" sldId="262"/>
            <ac:spMk id="3" creationId="{FEC1811C-E5FC-47FF-9EE7-77196CEF5695}"/>
          </ac:spMkLst>
        </pc:spChg>
        <pc:spChg chg="mod">
          <ac:chgData name="João Pedro Vilhena" userId="c5bf729379bfe7c1" providerId="LiveId" clId="{B3BE1458-D7A0-4FBF-A38F-BC9D93DC4893}" dt="2020-06-26T19:19:12.460" v="1029" actId="115"/>
          <ac:spMkLst>
            <pc:docMk/>
            <pc:sldMk cId="3984468689" sldId="262"/>
            <ac:spMk id="4" creationId="{82909F78-DD4D-4475-8710-9A6052D734F9}"/>
          </ac:spMkLst>
        </pc:spChg>
        <pc:spChg chg="add mod">
          <ac:chgData name="João Pedro Vilhena" userId="c5bf729379bfe7c1" providerId="LiveId" clId="{B3BE1458-D7A0-4FBF-A38F-BC9D93DC4893}" dt="2020-06-26T18:22:11.675" v="459" actId="26606"/>
          <ac:spMkLst>
            <pc:docMk/>
            <pc:sldMk cId="3984468689" sldId="262"/>
            <ac:spMk id="7" creationId="{0107E7E3-42EF-4649-8BC3-B6CFBF178322}"/>
          </ac:spMkLst>
        </pc:spChg>
        <pc:spChg chg="add mod">
          <ac:chgData name="João Pedro Vilhena" userId="c5bf729379bfe7c1" providerId="LiveId" clId="{B3BE1458-D7A0-4FBF-A38F-BC9D93DC4893}" dt="2020-06-26T18:24:22.216" v="485" actId="1037"/>
          <ac:spMkLst>
            <pc:docMk/>
            <pc:sldMk cId="3984468689" sldId="262"/>
            <ac:spMk id="9" creationId="{EED4F87A-26EA-4BDA-8A1F-7835696D13D5}"/>
          </ac:spMkLst>
        </pc:spChg>
        <pc:spChg chg="add del">
          <ac:chgData name="João Pedro Vilhena" userId="c5bf729379bfe7c1" providerId="LiveId" clId="{B3BE1458-D7A0-4FBF-A38F-BC9D93DC4893}" dt="2020-06-26T18:22:07.089" v="456" actId="26606"/>
          <ac:spMkLst>
            <pc:docMk/>
            <pc:sldMk cId="3984468689" sldId="262"/>
            <ac:spMk id="55" creationId="{C2E4E997-8672-4FFD-B8EC-9932A8E4714B}"/>
          </ac:spMkLst>
        </pc:spChg>
        <pc:spChg chg="add">
          <ac:chgData name="João Pedro Vilhena" userId="c5bf729379bfe7c1" providerId="LiveId" clId="{B3BE1458-D7A0-4FBF-A38F-BC9D93DC4893}" dt="2020-06-26T18:22:11.675" v="459" actId="26606"/>
          <ac:spMkLst>
            <pc:docMk/>
            <pc:sldMk cId="3984468689" sldId="262"/>
            <ac:spMk id="93" creationId="{C2E4E997-8672-4FFD-B8EC-9932A8E4714B}"/>
          </ac:spMkLst>
        </pc:spChg>
        <pc:grpChg chg="add del">
          <ac:chgData name="João Pedro Vilhena" userId="c5bf729379bfe7c1" providerId="LiveId" clId="{B3BE1458-D7A0-4FBF-A38F-BC9D93DC4893}" dt="2020-06-26T18:22:06.147" v="454" actId="26606"/>
          <ac:grpSpMkLst>
            <pc:docMk/>
            <pc:sldMk cId="3984468689" sldId="262"/>
            <ac:grpSpMk id="14" creationId="{A838DBA2-246D-4087-AE0A-6EA2B4B65AF3}"/>
          </ac:grpSpMkLst>
        </pc:grpChg>
        <pc:grpChg chg="add del">
          <ac:chgData name="João Pedro Vilhena" userId="c5bf729379bfe7c1" providerId="LiveId" clId="{B3BE1458-D7A0-4FBF-A38F-BC9D93DC4893}" dt="2020-06-26T18:22:07.089" v="456" actId="26606"/>
          <ac:grpSpMkLst>
            <pc:docMk/>
            <pc:sldMk cId="3984468689" sldId="262"/>
            <ac:grpSpMk id="58" creationId="{EB95AFDF-FA7D-4311-9C65-6D507D92F474}"/>
          </ac:grpSpMkLst>
        </pc:grpChg>
        <pc:grpChg chg="add del">
          <ac:chgData name="João Pedro Vilhena" userId="c5bf729379bfe7c1" providerId="LiveId" clId="{B3BE1458-D7A0-4FBF-A38F-BC9D93DC4893}" dt="2020-06-26T18:22:07.089" v="456" actId="26606"/>
          <ac:grpSpMkLst>
            <pc:docMk/>
            <pc:sldMk cId="3984468689" sldId="262"/>
            <ac:grpSpMk id="59" creationId="{453E4DEE-E996-40F8-8635-0FF43D7348F9}"/>
          </ac:grpSpMkLst>
        </pc:grpChg>
        <pc:grpChg chg="add del">
          <ac:chgData name="João Pedro Vilhena" userId="c5bf729379bfe7c1" providerId="LiveId" clId="{B3BE1458-D7A0-4FBF-A38F-BC9D93DC4893}" dt="2020-06-26T18:22:11.574" v="458" actId="26606"/>
          <ac:grpSpMkLst>
            <pc:docMk/>
            <pc:sldMk cId="3984468689" sldId="262"/>
            <ac:grpSpMk id="89" creationId="{A838DBA2-246D-4087-AE0A-6EA2B4B65AF3}"/>
          </ac:grpSpMkLst>
        </pc:grpChg>
        <pc:grpChg chg="add">
          <ac:chgData name="João Pedro Vilhena" userId="c5bf729379bfe7c1" providerId="LiveId" clId="{B3BE1458-D7A0-4FBF-A38F-BC9D93DC4893}" dt="2020-06-26T18:22:11.675" v="459" actId="26606"/>
          <ac:grpSpMkLst>
            <pc:docMk/>
            <pc:sldMk cId="3984468689" sldId="262"/>
            <ac:grpSpMk id="92" creationId="{EB95AFDF-FA7D-4311-9C65-6D507D92F474}"/>
          </ac:grpSpMkLst>
        </pc:grpChg>
        <pc:grpChg chg="add">
          <ac:chgData name="João Pedro Vilhena" userId="c5bf729379bfe7c1" providerId="LiveId" clId="{B3BE1458-D7A0-4FBF-A38F-BC9D93DC4893}" dt="2020-06-26T18:22:11.675" v="459" actId="26606"/>
          <ac:grpSpMkLst>
            <pc:docMk/>
            <pc:sldMk cId="3984468689" sldId="262"/>
            <ac:grpSpMk id="95" creationId="{453E4DEE-E996-40F8-8635-0FF43D7348F9}"/>
          </ac:grpSpMkLst>
        </pc:grpChg>
        <pc:picChg chg="add mod ord">
          <ac:chgData name="João Pedro Vilhena" userId="c5bf729379bfe7c1" providerId="LiveId" clId="{B3BE1458-D7A0-4FBF-A38F-BC9D93DC4893}" dt="2020-06-26T18:22:11.675" v="459" actId="26606"/>
          <ac:picMkLst>
            <pc:docMk/>
            <pc:sldMk cId="3984468689" sldId="262"/>
            <ac:picMk id="6" creationId="{E6E558E5-4ED1-428A-8D2D-CD88CC38EB54}"/>
          </ac:picMkLst>
        </pc:picChg>
        <pc:picChg chg="add del">
          <ac:chgData name="João Pedro Vilhena" userId="c5bf729379bfe7c1" providerId="LiveId" clId="{B3BE1458-D7A0-4FBF-A38F-BC9D93DC4893}" dt="2020-06-26T18:22:06.147" v="454" actId="26606"/>
          <ac:picMkLst>
            <pc:docMk/>
            <pc:sldMk cId="3984468689" sldId="262"/>
            <ac:picMk id="12" creationId="{59FACE42-44B0-4185-8ED4-9043A78C8600}"/>
          </ac:picMkLst>
        </pc:picChg>
        <pc:picChg chg="add del">
          <ac:chgData name="João Pedro Vilhena" userId="c5bf729379bfe7c1" providerId="LiveId" clId="{B3BE1458-D7A0-4FBF-A38F-BC9D93DC4893}" dt="2020-06-26T18:22:07.089" v="456" actId="26606"/>
          <ac:picMkLst>
            <pc:docMk/>
            <pc:sldMk cId="3984468689" sldId="262"/>
            <ac:picMk id="56" creationId="{5FF7B57D-FF7B-48B3-9F60-9BCEEECF9E76}"/>
          </ac:picMkLst>
        </pc:picChg>
        <pc:picChg chg="add del">
          <ac:chgData name="João Pedro Vilhena" userId="c5bf729379bfe7c1" providerId="LiveId" clId="{B3BE1458-D7A0-4FBF-A38F-BC9D93DC4893}" dt="2020-06-26T18:22:07.089" v="456" actId="26606"/>
          <ac:picMkLst>
            <pc:docMk/>
            <pc:sldMk cId="3984468689" sldId="262"/>
            <ac:picMk id="57" creationId="{FE6BA9E6-1D9E-4D30-B528-D49FA1342E4E}"/>
          </ac:picMkLst>
        </pc:picChg>
        <pc:picChg chg="add del">
          <ac:chgData name="João Pedro Vilhena" userId="c5bf729379bfe7c1" providerId="LiveId" clId="{B3BE1458-D7A0-4FBF-A38F-BC9D93DC4893}" dt="2020-06-26T18:22:11.574" v="458" actId="26606"/>
          <ac:picMkLst>
            <pc:docMk/>
            <pc:sldMk cId="3984468689" sldId="262"/>
            <ac:picMk id="88" creationId="{59FACE42-44B0-4185-8ED4-9043A78C8600}"/>
          </ac:picMkLst>
        </pc:picChg>
        <pc:picChg chg="add">
          <ac:chgData name="João Pedro Vilhena" userId="c5bf729379bfe7c1" providerId="LiveId" clId="{B3BE1458-D7A0-4FBF-A38F-BC9D93DC4893}" dt="2020-06-26T18:22:11.675" v="459" actId="26606"/>
          <ac:picMkLst>
            <pc:docMk/>
            <pc:sldMk cId="3984468689" sldId="262"/>
            <ac:picMk id="91" creationId="{5FF7B57D-FF7B-48B3-9F60-9BCEEECF9E76}"/>
          </ac:picMkLst>
        </pc:picChg>
        <pc:picChg chg="add">
          <ac:chgData name="João Pedro Vilhena" userId="c5bf729379bfe7c1" providerId="LiveId" clId="{B3BE1458-D7A0-4FBF-A38F-BC9D93DC4893}" dt="2020-06-26T18:22:11.675" v="459" actId="26606"/>
          <ac:picMkLst>
            <pc:docMk/>
            <pc:sldMk cId="3984468689" sldId="262"/>
            <ac:picMk id="94" creationId="{FE6BA9E6-1D9E-4D30-B528-D49FA1342E4E}"/>
          </ac:picMkLst>
        </pc:picChg>
      </pc:sldChg>
      <pc:sldChg chg="addSp delSp modSp new mod ord setBg">
        <pc:chgData name="João Pedro Vilhena" userId="c5bf729379bfe7c1" providerId="LiveId" clId="{B3BE1458-D7A0-4FBF-A38F-BC9D93DC4893}" dt="2020-06-26T18:31:38.543" v="854"/>
        <pc:sldMkLst>
          <pc:docMk/>
          <pc:sldMk cId="59425173" sldId="263"/>
        </pc:sldMkLst>
        <pc:spChg chg="mod">
          <ac:chgData name="João Pedro Vilhena" userId="c5bf729379bfe7c1" providerId="LiveId" clId="{B3BE1458-D7A0-4FBF-A38F-BC9D93DC4893}" dt="2020-06-26T18:25:05.424" v="491" actId="122"/>
          <ac:spMkLst>
            <pc:docMk/>
            <pc:sldMk cId="59425173" sldId="263"/>
            <ac:spMk id="2" creationId="{46CA508D-924E-438A-B776-D555F626E136}"/>
          </ac:spMkLst>
        </pc:spChg>
        <pc:spChg chg="mod">
          <ac:chgData name="João Pedro Vilhena" userId="c5bf729379bfe7c1" providerId="LiveId" clId="{B3BE1458-D7A0-4FBF-A38F-BC9D93DC4893}" dt="2020-06-26T18:26:54.251" v="504" actId="122"/>
          <ac:spMkLst>
            <pc:docMk/>
            <pc:sldMk cId="59425173" sldId="263"/>
            <ac:spMk id="3" creationId="{5E2BD8B7-A859-41F9-AD70-81B181C86181}"/>
          </ac:spMkLst>
        </pc:spChg>
        <pc:spChg chg="del">
          <ac:chgData name="João Pedro Vilhena" userId="c5bf729379bfe7c1" providerId="LiveId" clId="{B3BE1458-D7A0-4FBF-A38F-BC9D93DC4893}" dt="2020-06-26T18:25:31.800" v="492"/>
          <ac:spMkLst>
            <pc:docMk/>
            <pc:sldMk cId="59425173" sldId="263"/>
            <ac:spMk id="4" creationId="{19880A70-1964-4831-A3AC-A2F6A2A6579E}"/>
          </ac:spMkLst>
        </pc:spChg>
        <pc:spChg chg="mod">
          <ac:chgData name="João Pedro Vilhena" userId="c5bf729379bfe7c1" providerId="LiveId" clId="{B3BE1458-D7A0-4FBF-A38F-BC9D93DC4893}" dt="2020-06-26T18:26:52.404" v="502" actId="122"/>
          <ac:spMkLst>
            <pc:docMk/>
            <pc:sldMk cId="59425173" sldId="263"/>
            <ac:spMk id="5" creationId="{DF83B4A3-9D2B-483A-964E-0FCADA5566FA}"/>
          </ac:spMkLst>
        </pc:spChg>
        <pc:spChg chg="del">
          <ac:chgData name="João Pedro Vilhena" userId="c5bf729379bfe7c1" providerId="LiveId" clId="{B3BE1458-D7A0-4FBF-A38F-BC9D93DC4893}" dt="2020-06-26T18:25:45.183" v="493"/>
          <ac:spMkLst>
            <pc:docMk/>
            <pc:sldMk cId="59425173" sldId="263"/>
            <ac:spMk id="6" creationId="{452BF35F-A9F0-4D11-A89F-9229AC20C9AE}"/>
          </ac:spMkLst>
        </pc:spChg>
        <pc:spChg chg="add del mod">
          <ac:chgData name="João Pedro Vilhena" userId="c5bf729379bfe7c1" providerId="LiveId" clId="{B3BE1458-D7A0-4FBF-A38F-BC9D93DC4893}" dt="2020-06-26T18:26:10.665" v="495"/>
          <ac:spMkLst>
            <pc:docMk/>
            <pc:sldMk cId="59425173" sldId="263"/>
            <ac:spMk id="10" creationId="{876804FD-7760-43AC-BFA7-5508B74D093E}"/>
          </ac:spMkLst>
        </pc:spChg>
        <pc:picChg chg="add mod">
          <ac:chgData name="João Pedro Vilhena" userId="c5bf729379bfe7c1" providerId="LiveId" clId="{B3BE1458-D7A0-4FBF-A38F-BC9D93DC4893}" dt="2020-06-26T18:31:06.413" v="849" actId="14861"/>
          <ac:picMkLst>
            <pc:docMk/>
            <pc:sldMk cId="59425173" sldId="263"/>
            <ac:picMk id="7" creationId="{7FEAF288-4B97-47EC-8418-F6803141DB9D}"/>
          </ac:picMkLst>
        </pc:picChg>
        <pc:picChg chg="add del mod">
          <ac:chgData name="João Pedro Vilhena" userId="c5bf729379bfe7c1" providerId="LiveId" clId="{B3BE1458-D7A0-4FBF-A38F-BC9D93DC4893}" dt="2020-06-26T18:26:08.838" v="494" actId="478"/>
          <ac:picMkLst>
            <pc:docMk/>
            <pc:sldMk cId="59425173" sldId="263"/>
            <ac:picMk id="8" creationId="{D339467A-117F-4F75-BA39-CE2D057D4EEA}"/>
          </ac:picMkLst>
        </pc:picChg>
        <pc:picChg chg="add mod">
          <ac:chgData name="João Pedro Vilhena" userId="c5bf729379bfe7c1" providerId="LiveId" clId="{B3BE1458-D7A0-4FBF-A38F-BC9D93DC4893}" dt="2020-06-26T18:31:13.119" v="850" actId="14861"/>
          <ac:picMkLst>
            <pc:docMk/>
            <pc:sldMk cId="59425173" sldId="263"/>
            <ac:picMk id="11" creationId="{0C9E8FA8-02D1-4698-9F5B-1C4361C078DA}"/>
          </ac:picMkLst>
        </pc:picChg>
      </pc:sldChg>
      <pc:sldChg chg="addSp delSp modSp new mod ord setBg">
        <pc:chgData name="João Pedro Vilhena" userId="c5bf729379bfe7c1" providerId="LiveId" clId="{B3BE1458-D7A0-4FBF-A38F-BC9D93DC4893}" dt="2020-06-26T19:19:26.615" v="1031"/>
        <pc:sldMkLst>
          <pc:docMk/>
          <pc:sldMk cId="4086348283" sldId="264"/>
        </pc:sldMkLst>
        <pc:spChg chg="mod">
          <ac:chgData name="João Pedro Vilhena" userId="c5bf729379bfe7c1" providerId="LiveId" clId="{B3BE1458-D7A0-4FBF-A38F-BC9D93DC4893}" dt="2020-06-26T19:11:11.158" v="970" actId="2711"/>
          <ac:spMkLst>
            <pc:docMk/>
            <pc:sldMk cId="4086348283" sldId="264"/>
            <ac:spMk id="2" creationId="{CC5228C2-AA93-423B-B11E-66BBDBE0E451}"/>
          </ac:spMkLst>
        </pc:spChg>
        <pc:spChg chg="del">
          <ac:chgData name="João Pedro Vilhena" userId="c5bf729379bfe7c1" providerId="LiveId" clId="{B3BE1458-D7A0-4FBF-A38F-BC9D93DC4893}" dt="2020-06-26T19:10:54.443" v="965"/>
          <ac:spMkLst>
            <pc:docMk/>
            <pc:sldMk cId="4086348283" sldId="264"/>
            <ac:spMk id="3" creationId="{7B3C0B0E-A0A6-42B6-A59C-6AD6BFFD6BDC}"/>
          </ac:spMkLst>
        </pc:spChg>
        <pc:spChg chg="mod">
          <ac:chgData name="João Pedro Vilhena" userId="c5bf729379bfe7c1" providerId="LiveId" clId="{B3BE1458-D7A0-4FBF-A38F-BC9D93DC4893}" dt="2020-06-26T19:18:58.168" v="1028" actId="115"/>
          <ac:spMkLst>
            <pc:docMk/>
            <pc:sldMk cId="4086348283" sldId="264"/>
            <ac:spMk id="4" creationId="{0590BD66-F32A-47D2-BB52-488E0CED5AB9}"/>
          </ac:spMkLst>
        </pc:spChg>
        <pc:grpChg chg="add">
          <ac:chgData name="João Pedro Vilhena" userId="c5bf729379bfe7c1" providerId="LiveId" clId="{B3BE1458-D7A0-4FBF-A38F-BC9D93DC4893}" dt="2020-06-26T19:10:58.715" v="966" actId="26606"/>
          <ac:grpSpMkLst>
            <pc:docMk/>
            <pc:sldMk cId="4086348283" sldId="264"/>
            <ac:grpSpMk id="12" creationId="{A838DBA2-246D-4087-AE0A-6EA2B4B65AF3}"/>
          </ac:grpSpMkLst>
        </pc:grpChg>
        <pc:picChg chg="add mod">
          <ac:chgData name="João Pedro Vilhena" userId="c5bf729379bfe7c1" providerId="LiveId" clId="{B3BE1458-D7A0-4FBF-A38F-BC9D93DC4893}" dt="2020-06-26T19:11:05.472" v="968" actId="27614"/>
          <ac:picMkLst>
            <pc:docMk/>
            <pc:sldMk cId="4086348283" sldId="264"/>
            <ac:picMk id="5" creationId="{52EA07EF-A343-4FDB-A3CF-5D5D1ABD7538}"/>
          </ac:picMkLst>
        </pc:picChg>
        <pc:picChg chg="add">
          <ac:chgData name="João Pedro Vilhena" userId="c5bf729379bfe7c1" providerId="LiveId" clId="{B3BE1458-D7A0-4FBF-A38F-BC9D93DC4893}" dt="2020-06-26T19:10:58.715" v="966" actId="26606"/>
          <ac:picMkLst>
            <pc:docMk/>
            <pc:sldMk cId="4086348283" sldId="264"/>
            <ac:picMk id="10" creationId="{59FACE42-44B0-4185-8ED4-9043A78C86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6/26/2020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5" Type="http://schemas.openxmlformats.org/officeDocument/2006/relationships/hyperlink" Target="http://www.gameblast.com.br/2013/07/uma-loja-de-diversoes-e-games-raros-de.html" TargetMode="External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creativecommons.org/licenses/by-nc-sa/3.0/" TargetMode="External"/><Relationship Id="rId5" Type="http://schemas.openxmlformats.org/officeDocument/2006/relationships/hyperlink" Target="http://laclasedeoscarboluda.blogspot.com/2015/02/los-costes-y-el-calculo-del-transporte.html" TargetMode="External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hyperlink" Target="https://galeria.fabricadeaplicativos.com.br/geek_power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biancammariano.wixsite.com/website" TargetMode="External"/><Relationship Id="rId5" Type="http://schemas.openxmlformats.org/officeDocument/2006/relationships/hyperlink" Target="http://www.wix.com/" TargetMode="External"/><Relationship Id="rId4" Type="http://schemas.openxmlformats.org/officeDocument/2006/relationships/hyperlink" Target="fabricadeaplicativos.com.b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E72AA888-8C0D-4D69-A792-5618D00FD08E}"/>
              </a:ext>
            </a:extLst>
          </p:cNvPr>
          <p:cNvSpPr txBox="1">
            <a:spLocks/>
          </p:cNvSpPr>
          <p:nvPr/>
        </p:nvSpPr>
        <p:spPr>
          <a:xfrm>
            <a:off x="4288021" y="147976"/>
            <a:ext cx="3615957" cy="60400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Projeto</a:t>
            </a:r>
            <a:r>
              <a:rPr lang="en-US" sz="4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Maker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042A0E0-95A0-48C9-9930-83575F137B5C}"/>
              </a:ext>
            </a:extLst>
          </p:cNvPr>
          <p:cNvSpPr txBox="1"/>
          <p:nvPr/>
        </p:nvSpPr>
        <p:spPr>
          <a:xfrm>
            <a:off x="1871991" y="1592869"/>
            <a:ext cx="68834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Sistemas de Informação – Noite</a:t>
            </a:r>
          </a:p>
          <a:p>
            <a:endParaRPr lang="pt-BR" sz="2000" dirty="0">
              <a:solidFill>
                <a:schemeClr val="bg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Adriana </a:t>
            </a:r>
            <a:r>
              <a:rPr lang="pt-BR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Aparicio</a:t>
            </a:r>
            <a:r>
              <a:rPr lang="pt-BR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Sicsú</a:t>
            </a:r>
            <a:r>
              <a:rPr lang="pt-BR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Ayres do Nascimento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4515A8B-A718-4C00-AC92-1D6C15D5D366}"/>
              </a:ext>
            </a:extLst>
          </p:cNvPr>
          <p:cNvSpPr txBox="1"/>
          <p:nvPr/>
        </p:nvSpPr>
        <p:spPr>
          <a:xfrm>
            <a:off x="1871991" y="2967334"/>
            <a:ext cx="555471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GRUPO: Bianca Machado Mariano</a:t>
            </a:r>
          </a:p>
          <a:p>
            <a:r>
              <a:rPr lang="pt-BR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 Daniel Tibério da Silva Dourado </a:t>
            </a:r>
          </a:p>
          <a:p>
            <a:r>
              <a:rPr lang="pt-BR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 Igor de Freitas Carneiro da Silva </a:t>
            </a:r>
          </a:p>
          <a:p>
            <a:r>
              <a:rPr lang="pt-BR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 João Pedro </a:t>
            </a:r>
            <a:r>
              <a:rPr lang="pt-BR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Callipo</a:t>
            </a:r>
            <a:r>
              <a:rPr lang="pt-BR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Vilhena</a:t>
            </a:r>
          </a:p>
          <a:p>
            <a:endParaRPr lang="en-US" dirty="0"/>
          </a:p>
        </p:txBody>
      </p:sp>
      <p:pic>
        <p:nvPicPr>
          <p:cNvPr id="12" name="Imagem 11" descr="Fundo preto com letras brancas&#10;&#10;Descrição gerada automaticamente">
            <a:extLst>
              <a:ext uri="{FF2B5EF4-FFF2-40B4-BE49-F238E27FC236}">
                <a16:creationId xmlns:a16="http://schemas.microsoft.com/office/drawing/2014/main" id="{2B78C0AB-231D-446B-8C33-36C4CEA45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6710" y="900404"/>
            <a:ext cx="3700050" cy="505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11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8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3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40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8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9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0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2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3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4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8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1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1E83BED-65A1-4345-B9F8-5937829F6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LOJA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DDD628-9FC3-4A23-B30F-78C64E8B4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2" y="2249487"/>
            <a:ext cx="4459287" cy="396504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Disponibilizamos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produtos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indústria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jogos</a:t>
            </a:r>
            <a:endParaRPr lang="en-US" sz="2000" dirty="0">
              <a:solidFill>
                <a:schemeClr val="bg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solidFill>
                <a:schemeClr val="bg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Focamos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pessoas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interessadas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jogos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eletrônicos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gamers</a:t>
            </a:r>
          </a:p>
          <a:p>
            <a:endParaRPr lang="en-US" sz="2000" dirty="0">
              <a:solidFill>
                <a:schemeClr val="bg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Compras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podem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ser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realizadas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conforto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casa</a:t>
            </a:r>
          </a:p>
          <a:p>
            <a:endParaRPr lang="en-US" sz="2000" dirty="0"/>
          </a:p>
        </p:txBody>
      </p:sp>
      <p:pic>
        <p:nvPicPr>
          <p:cNvPr id="8" name="Espaço Reservado para Conteúdo 7" descr="Uma imagem contendo televisão, monitor, tela, computador&#10;&#10;Descrição gerada automaticamente">
            <a:extLst>
              <a:ext uri="{FF2B5EF4-FFF2-40B4-BE49-F238E27FC236}">
                <a16:creationId xmlns:a16="http://schemas.microsoft.com/office/drawing/2014/main" id="{28863367-92C8-4C07-B9C0-81442A4A1A0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571743" y="618518"/>
            <a:ext cx="4504792" cy="5596015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60" name="Group 59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1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2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6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7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8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1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3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8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</p:spTree>
    <p:extLst>
      <p:ext uri="{BB962C8B-B14F-4D97-AF65-F5344CB8AC3E}">
        <p14:creationId xmlns:p14="http://schemas.microsoft.com/office/powerpoint/2010/main" val="1235762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55" name="Group 154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68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169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0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1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2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3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4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5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6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7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8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9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180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1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2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3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4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185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6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7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8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9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0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1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2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3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4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58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9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0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1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2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3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4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5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6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7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196" name="Rectangle 195">
            <a:extLst>
              <a:ext uri="{FF2B5EF4-FFF2-40B4-BE49-F238E27FC236}">
                <a16:creationId xmlns:a16="http://schemas.microsoft.com/office/drawing/2014/main" id="{046B922C-5BA7-4973-B12F-71A509E4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96D34D8D-9EE9-4659-8C22-7551A95F9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1902285" cy="6858001"/>
            <a:chOff x="0" y="0"/>
            <a:chExt cx="11902285" cy="6858001"/>
          </a:xfrm>
        </p:grpSpPr>
        <p:grpSp>
          <p:nvGrpSpPr>
            <p:cNvPr id="199" name="Group 198">
              <a:extLst>
                <a:ext uri="{FF2B5EF4-FFF2-40B4-BE49-F238E27FC236}">
                  <a16:creationId xmlns:a16="http://schemas.microsoft.com/office/drawing/2014/main" id="{3CA93C16-1147-4EB3-B4E7-3C43102494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1" name="Rectangle 5">
                <a:extLst>
                  <a:ext uri="{FF2B5EF4-FFF2-40B4-BE49-F238E27FC236}">
                    <a16:creationId xmlns:a16="http://schemas.microsoft.com/office/drawing/2014/main" id="{C4779968-92AF-4B85-8C27-EBBFE1D699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12" name="Freeform 6">
                <a:extLst>
                  <a:ext uri="{FF2B5EF4-FFF2-40B4-BE49-F238E27FC236}">
                    <a16:creationId xmlns:a16="http://schemas.microsoft.com/office/drawing/2014/main" id="{2C43E18D-7024-4F17-A664-E23BFBC12B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13" name="Freeform 7">
                <a:extLst>
                  <a:ext uri="{FF2B5EF4-FFF2-40B4-BE49-F238E27FC236}">
                    <a16:creationId xmlns:a16="http://schemas.microsoft.com/office/drawing/2014/main" id="{CA2ACEBA-081B-4B0B-AFB1-C596B834FD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14" name="Freeform 8">
                <a:extLst>
                  <a:ext uri="{FF2B5EF4-FFF2-40B4-BE49-F238E27FC236}">
                    <a16:creationId xmlns:a16="http://schemas.microsoft.com/office/drawing/2014/main" id="{2AFBB163-514B-493A-983F-8BE96848F9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15" name="Freeform 9">
                <a:extLst>
                  <a:ext uri="{FF2B5EF4-FFF2-40B4-BE49-F238E27FC236}">
                    <a16:creationId xmlns:a16="http://schemas.microsoft.com/office/drawing/2014/main" id="{7720326C-7DB1-4745-9015-3FA6990855B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16" name="Freeform 10">
                <a:extLst>
                  <a:ext uri="{FF2B5EF4-FFF2-40B4-BE49-F238E27FC236}">
                    <a16:creationId xmlns:a16="http://schemas.microsoft.com/office/drawing/2014/main" id="{01D5FBDC-A284-440B-8D5F-84287B0A25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17" name="Freeform 11">
                <a:extLst>
                  <a:ext uri="{FF2B5EF4-FFF2-40B4-BE49-F238E27FC236}">
                    <a16:creationId xmlns:a16="http://schemas.microsoft.com/office/drawing/2014/main" id="{517CE611-1CB0-442B-8998-98487209B0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18" name="Freeform 12">
                <a:extLst>
                  <a:ext uri="{FF2B5EF4-FFF2-40B4-BE49-F238E27FC236}">
                    <a16:creationId xmlns:a16="http://schemas.microsoft.com/office/drawing/2014/main" id="{EF0F0E46-9222-4FCF-A79E-9B4953C6F0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19" name="Freeform 13">
                <a:extLst>
                  <a:ext uri="{FF2B5EF4-FFF2-40B4-BE49-F238E27FC236}">
                    <a16:creationId xmlns:a16="http://schemas.microsoft.com/office/drawing/2014/main" id="{371A87C3-0804-4AB9-8EAD-FBFF597ED8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20" name="Freeform 14">
                <a:extLst>
                  <a:ext uri="{FF2B5EF4-FFF2-40B4-BE49-F238E27FC236}">
                    <a16:creationId xmlns:a16="http://schemas.microsoft.com/office/drawing/2014/main" id="{89F39433-8BC3-48D6-B705-F951DBDAAB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21" name="Freeform 15">
                <a:extLst>
                  <a:ext uri="{FF2B5EF4-FFF2-40B4-BE49-F238E27FC236}">
                    <a16:creationId xmlns:a16="http://schemas.microsoft.com/office/drawing/2014/main" id="{AE671C9D-E91C-4143-A422-273B2F53F6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22" name="Line 16">
                <a:extLst>
                  <a:ext uri="{FF2B5EF4-FFF2-40B4-BE49-F238E27FC236}">
                    <a16:creationId xmlns:a16="http://schemas.microsoft.com/office/drawing/2014/main" id="{83A72EA3-8833-41C6-9333-6A04C1C08D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223" name="Freeform 17">
                <a:extLst>
                  <a:ext uri="{FF2B5EF4-FFF2-40B4-BE49-F238E27FC236}">
                    <a16:creationId xmlns:a16="http://schemas.microsoft.com/office/drawing/2014/main" id="{2C0D7AAB-DC9C-4B37-A50E-A7185DE92E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24" name="Freeform 18">
                <a:extLst>
                  <a:ext uri="{FF2B5EF4-FFF2-40B4-BE49-F238E27FC236}">
                    <a16:creationId xmlns:a16="http://schemas.microsoft.com/office/drawing/2014/main" id="{6E7D9D6B-3455-4363-934B-FA2D682931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25" name="Freeform 19">
                <a:extLst>
                  <a:ext uri="{FF2B5EF4-FFF2-40B4-BE49-F238E27FC236}">
                    <a16:creationId xmlns:a16="http://schemas.microsoft.com/office/drawing/2014/main" id="{FFFFCA54-2217-4DAE-B791-4A6CA7DE0B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26" name="Freeform 20">
                <a:extLst>
                  <a:ext uri="{FF2B5EF4-FFF2-40B4-BE49-F238E27FC236}">
                    <a16:creationId xmlns:a16="http://schemas.microsoft.com/office/drawing/2014/main" id="{BAE43BA5-C104-4FBB-B1C6-C210D3CC53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27" name="Rectangle 21">
                <a:extLst>
                  <a:ext uri="{FF2B5EF4-FFF2-40B4-BE49-F238E27FC236}">
                    <a16:creationId xmlns:a16="http://schemas.microsoft.com/office/drawing/2014/main" id="{3BDB2330-DF01-460D-83FB-00C37965CD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8" name="Freeform 22">
                <a:extLst>
                  <a:ext uri="{FF2B5EF4-FFF2-40B4-BE49-F238E27FC236}">
                    <a16:creationId xmlns:a16="http://schemas.microsoft.com/office/drawing/2014/main" id="{51261093-9B7F-4406-B2F8-0F5BE7676A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29" name="Freeform 23">
                <a:extLst>
                  <a:ext uri="{FF2B5EF4-FFF2-40B4-BE49-F238E27FC236}">
                    <a16:creationId xmlns:a16="http://schemas.microsoft.com/office/drawing/2014/main" id="{9971E195-2AB6-4CB6-9BD7-A8407B5C80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0" name="Freeform 24">
                <a:extLst>
                  <a:ext uri="{FF2B5EF4-FFF2-40B4-BE49-F238E27FC236}">
                    <a16:creationId xmlns:a16="http://schemas.microsoft.com/office/drawing/2014/main" id="{A3D843E7-8A86-4676-9C98-DECE0DFF67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1" name="Freeform 25">
                <a:extLst>
                  <a:ext uri="{FF2B5EF4-FFF2-40B4-BE49-F238E27FC236}">
                    <a16:creationId xmlns:a16="http://schemas.microsoft.com/office/drawing/2014/main" id="{FAF42817-AB3E-40FA-997F-EAC1411F46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2" name="Freeform 26">
                <a:extLst>
                  <a:ext uri="{FF2B5EF4-FFF2-40B4-BE49-F238E27FC236}">
                    <a16:creationId xmlns:a16="http://schemas.microsoft.com/office/drawing/2014/main" id="{50ED3298-A6DC-4825-93B1-68DB8CB629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3" name="Freeform 27">
                <a:extLst>
                  <a:ext uri="{FF2B5EF4-FFF2-40B4-BE49-F238E27FC236}">
                    <a16:creationId xmlns:a16="http://schemas.microsoft.com/office/drawing/2014/main" id="{2B951778-3B6B-4BB9-9D89-2ED650C820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4" name="Freeform 28">
                <a:extLst>
                  <a:ext uri="{FF2B5EF4-FFF2-40B4-BE49-F238E27FC236}">
                    <a16:creationId xmlns:a16="http://schemas.microsoft.com/office/drawing/2014/main" id="{8F3ED9A8-A83F-463A-8C2E-E83977D9A9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5" name="Freeform 29">
                <a:extLst>
                  <a:ext uri="{FF2B5EF4-FFF2-40B4-BE49-F238E27FC236}">
                    <a16:creationId xmlns:a16="http://schemas.microsoft.com/office/drawing/2014/main" id="{9A0C113E-781D-4083-86C0-EC936092D2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6" name="Freeform 30">
                <a:extLst>
                  <a:ext uri="{FF2B5EF4-FFF2-40B4-BE49-F238E27FC236}">
                    <a16:creationId xmlns:a16="http://schemas.microsoft.com/office/drawing/2014/main" id="{B63D60EF-1E99-4D4C-BF11-AAF8ABEB86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7" name="Freeform 31">
                <a:extLst>
                  <a:ext uri="{FF2B5EF4-FFF2-40B4-BE49-F238E27FC236}">
                    <a16:creationId xmlns:a16="http://schemas.microsoft.com/office/drawing/2014/main" id="{50403E41-7079-49EA-8D0B-4F678552D9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200" name="Group 199">
              <a:extLst>
                <a:ext uri="{FF2B5EF4-FFF2-40B4-BE49-F238E27FC236}">
                  <a16:creationId xmlns:a16="http://schemas.microsoft.com/office/drawing/2014/main" id="{E3B2C458-4D37-49A0-A94E-D516E05C3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227597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01" name="Freeform 32">
                <a:extLst>
                  <a:ext uri="{FF2B5EF4-FFF2-40B4-BE49-F238E27FC236}">
                    <a16:creationId xmlns:a16="http://schemas.microsoft.com/office/drawing/2014/main" id="{C1B10016-E0C4-4526-A466-9911541D26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2" name="Freeform 33">
                <a:extLst>
                  <a:ext uri="{FF2B5EF4-FFF2-40B4-BE49-F238E27FC236}">
                    <a16:creationId xmlns:a16="http://schemas.microsoft.com/office/drawing/2014/main" id="{D574C3F0-FC2B-43A3-94B2-75D305FBF7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3" name="Freeform 34">
                <a:extLst>
                  <a:ext uri="{FF2B5EF4-FFF2-40B4-BE49-F238E27FC236}">
                    <a16:creationId xmlns:a16="http://schemas.microsoft.com/office/drawing/2014/main" id="{D92A5F66-F404-433B-BDBE-5E0DFF40D6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4" name="Freeform 35">
                <a:extLst>
                  <a:ext uri="{FF2B5EF4-FFF2-40B4-BE49-F238E27FC236}">
                    <a16:creationId xmlns:a16="http://schemas.microsoft.com/office/drawing/2014/main" id="{0A0BDF81-64CC-431D-81B1-A21938C054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5" name="Freeform 36">
                <a:extLst>
                  <a:ext uri="{FF2B5EF4-FFF2-40B4-BE49-F238E27FC236}">
                    <a16:creationId xmlns:a16="http://schemas.microsoft.com/office/drawing/2014/main" id="{42871530-50EC-42C2-879A-AE8154DADC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6" name="Freeform 37">
                <a:extLst>
                  <a:ext uri="{FF2B5EF4-FFF2-40B4-BE49-F238E27FC236}">
                    <a16:creationId xmlns:a16="http://schemas.microsoft.com/office/drawing/2014/main" id="{53AF2F2A-B148-4906-B90D-6E22239784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7" name="Freeform 38">
                <a:extLst>
                  <a:ext uri="{FF2B5EF4-FFF2-40B4-BE49-F238E27FC236}">
                    <a16:creationId xmlns:a16="http://schemas.microsoft.com/office/drawing/2014/main" id="{9A79EAA4-6F5D-4A2C-B688-CD29C2217C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8" name="Freeform 39">
                <a:extLst>
                  <a:ext uri="{FF2B5EF4-FFF2-40B4-BE49-F238E27FC236}">
                    <a16:creationId xmlns:a16="http://schemas.microsoft.com/office/drawing/2014/main" id="{B9CE5833-22CF-4408-9338-4B7749FEA3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9" name="Freeform 40">
                <a:extLst>
                  <a:ext uri="{FF2B5EF4-FFF2-40B4-BE49-F238E27FC236}">
                    <a16:creationId xmlns:a16="http://schemas.microsoft.com/office/drawing/2014/main" id="{316A985A-7ADD-4BEE-A7B6-E5B49E1839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10" name="Rectangle 41">
                <a:extLst>
                  <a:ext uri="{FF2B5EF4-FFF2-40B4-BE49-F238E27FC236}">
                    <a16:creationId xmlns:a16="http://schemas.microsoft.com/office/drawing/2014/main" id="{352CFA3F-5CFE-412E-9196-C966F34579D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pic>
        <p:nvPicPr>
          <p:cNvPr id="239" name="Picture 2">
            <a:extLst>
              <a:ext uri="{FF2B5EF4-FFF2-40B4-BE49-F238E27FC236}">
                <a16:creationId xmlns:a16="http://schemas.microsoft.com/office/drawing/2014/main" id="{2FB01CCF-839B-4126-9BF9-132C64D8A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495CA23-401E-4F09-9B14-082097C11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estrutura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 useBgFill="1">
        <p:nvSpPr>
          <p:cNvPr id="241" name="Round Diagonal Corner Rectangle 6">
            <a:extLst>
              <a:ext uri="{FF2B5EF4-FFF2-40B4-BE49-F238E27FC236}">
                <a16:creationId xmlns:a16="http://schemas.microsoft.com/office/drawing/2014/main" id="{F2B1468C-8227-4785-8776-7BDBDDF08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579" y="808057"/>
            <a:ext cx="3821429" cy="5234394"/>
          </a:xfrm>
          <a:prstGeom prst="round2DiagRect">
            <a:avLst>
              <a:gd name="adj1" fmla="val 11323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Figura3">
            <a:extLst>
              <a:ext uri="{FF2B5EF4-FFF2-40B4-BE49-F238E27FC236}">
                <a16:creationId xmlns:a16="http://schemas.microsoft.com/office/drawing/2014/main" id="{C968B3DF-D705-41D5-8644-A0F29B74CE1B}"/>
              </a:ext>
            </a:extLst>
          </p:cNvPr>
          <p:cNvPicPr>
            <a:picLocks noGrp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 bwMode="auto">
          <a:xfrm>
            <a:off x="1126617" y="1539837"/>
            <a:ext cx="3178638" cy="3772864"/>
          </a:xfrm>
          <a:prstGeom prst="rect">
            <a:avLst/>
          </a:prstGeom>
        </p:spPr>
      </p:pic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CA71C78-82DD-4075-ABAA-F15F9D4A81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28643" y="2249487"/>
            <a:ext cx="6188402" cy="354171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Aplicativo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mobile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disponível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acesso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loja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Website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responsivo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adaptável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acordo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 a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tela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usuário</a:t>
            </a:r>
            <a:endParaRPr lang="en-US" sz="20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Facilidade para salvar itens na lista de desejos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0416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CA508D-924E-438A-B776-D555F626E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estrutura</a:t>
            </a:r>
            <a:endParaRPr lang="pt-BR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2BD8B7-A859-41F9-AD70-81B181C86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000" dirty="0"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Adicionar no Carrinho</a:t>
            </a:r>
            <a:endParaRPr lang="pt-BR" sz="20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F83B4A3-9D2B-483A-964E-0FCADA5566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000" dirty="0"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Visualizar Carrinho</a:t>
            </a:r>
            <a:endParaRPr lang="pt-BR" sz="28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7" name="Figura5">
            <a:extLst>
              <a:ext uri="{FF2B5EF4-FFF2-40B4-BE49-F238E27FC236}">
                <a16:creationId xmlns:a16="http://schemas.microsoft.com/office/drawing/2014/main" id="{7FEAF288-4B97-47EC-8418-F6803141DB9D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1141411" y="3784603"/>
            <a:ext cx="4878387" cy="220109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1" name="Figura8">
            <a:extLst>
              <a:ext uri="{FF2B5EF4-FFF2-40B4-BE49-F238E27FC236}">
                <a16:creationId xmlns:a16="http://schemas.microsoft.com/office/drawing/2014/main" id="{0C9E8FA8-02D1-4698-9F5B-1C4361C078DA}"/>
              </a:ext>
            </a:extLst>
          </p:cNvPr>
          <p:cNvPicPr>
            <a:picLocks noGrp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 bwMode="auto">
          <a:xfrm>
            <a:off x="7568499" y="3073397"/>
            <a:ext cx="2311219" cy="347001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9425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8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8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9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0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2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6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1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24765C2-B01A-40EE-88DA-A6CB6F66E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e-commerce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DFFBB0-87D2-4CE1-837C-3F45B723E2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2" y="2249487"/>
            <a:ext cx="4459287" cy="396504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B2C;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Trabalhamos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somente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 a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venda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jogos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novos</a:t>
            </a:r>
            <a:endParaRPr lang="en-US" sz="2000" dirty="0">
              <a:solidFill>
                <a:schemeClr val="bg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plataforma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oferece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cartão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crédito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débito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boleto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bancário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PayPal e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formas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pagamento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pt-BR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10% se o cliente escolher crédito à vista ou boleto bancário.</a:t>
            </a:r>
            <a:endParaRPr lang="en-US" sz="2000" dirty="0">
              <a:solidFill>
                <a:schemeClr val="bg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6" name="Figura10" descr="Tela de celular com texto preto sobre fundo branco&#10;&#10;Descrição gerada automaticamente">
            <a:extLst>
              <a:ext uri="{FF2B5EF4-FFF2-40B4-BE49-F238E27FC236}">
                <a16:creationId xmlns:a16="http://schemas.microsoft.com/office/drawing/2014/main" id="{384621C7-15EC-4999-9DF7-1D8015C085B4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 bwMode="auto">
          <a:xfrm>
            <a:off x="6096000" y="2407114"/>
            <a:ext cx="5456279" cy="2018823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59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0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6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7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8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1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6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</p:spTree>
    <p:extLst>
      <p:ext uri="{BB962C8B-B14F-4D97-AF65-F5344CB8AC3E}">
        <p14:creationId xmlns:p14="http://schemas.microsoft.com/office/powerpoint/2010/main" val="2495040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2">
            <a:extLst>
              <a:ext uri="{FF2B5EF4-FFF2-40B4-BE49-F238E27FC236}">
                <a16:creationId xmlns:a16="http://schemas.microsoft.com/office/drawing/2014/main" id="{59FACE42-44B0-4185-8ED4-9043A78C8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p14="http://schemas.microsoft.com/office/powerpoint/2010/main" xmlns:a14="http://schemas.microsoft.com/office/drawing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A838DBA2-246D-4087-AE0A-6EA2B4B65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B4406F95-9579-494D-BE1E-A012A7F4C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76" name="Rectangle 5">
                <a:extLst>
                  <a:ext uri="{FF2B5EF4-FFF2-40B4-BE49-F238E27FC236}">
                    <a16:creationId xmlns:a16="http://schemas.microsoft.com/office/drawing/2014/main" id="{4C8D671A-5C73-44CA-B6D0-7F3BC195BA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77" name="Freeform 6">
                <a:extLst>
                  <a:ext uri="{FF2B5EF4-FFF2-40B4-BE49-F238E27FC236}">
                    <a16:creationId xmlns:a16="http://schemas.microsoft.com/office/drawing/2014/main" id="{F0DB3AC8-B5AD-4004-B0B9-74B58BECA0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8" name="Freeform 7">
                <a:extLst>
                  <a:ext uri="{FF2B5EF4-FFF2-40B4-BE49-F238E27FC236}">
                    <a16:creationId xmlns:a16="http://schemas.microsoft.com/office/drawing/2014/main" id="{F3B2C8F3-E236-45B2-B2E1-8460F8FD6D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9" name="Freeform 8">
                <a:extLst>
                  <a:ext uri="{FF2B5EF4-FFF2-40B4-BE49-F238E27FC236}">
                    <a16:creationId xmlns:a16="http://schemas.microsoft.com/office/drawing/2014/main" id="{761EE3AC-0BC2-4A29-AD58-5CB0EEFF96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0" name="Freeform 9">
                <a:extLst>
                  <a:ext uri="{FF2B5EF4-FFF2-40B4-BE49-F238E27FC236}">
                    <a16:creationId xmlns:a16="http://schemas.microsoft.com/office/drawing/2014/main" id="{38DC43BE-83DD-43F3-A21F-9B58B1074F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1" name="Freeform 10">
                <a:extLst>
                  <a:ext uri="{FF2B5EF4-FFF2-40B4-BE49-F238E27FC236}">
                    <a16:creationId xmlns:a16="http://schemas.microsoft.com/office/drawing/2014/main" id="{112583CE-53E8-48F6-9F71-25A32BFD61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2" name="Freeform 11">
                <a:extLst>
                  <a:ext uri="{FF2B5EF4-FFF2-40B4-BE49-F238E27FC236}">
                    <a16:creationId xmlns:a16="http://schemas.microsoft.com/office/drawing/2014/main" id="{229A7966-2C4F-4334-8FB7-08521F984D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3" name="Freeform 12">
                <a:extLst>
                  <a:ext uri="{FF2B5EF4-FFF2-40B4-BE49-F238E27FC236}">
                    <a16:creationId xmlns:a16="http://schemas.microsoft.com/office/drawing/2014/main" id="{656FCF6A-DF5B-42AA-83C4-22CD7B9947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4" name="Freeform 13">
                <a:extLst>
                  <a:ext uri="{FF2B5EF4-FFF2-40B4-BE49-F238E27FC236}">
                    <a16:creationId xmlns:a16="http://schemas.microsoft.com/office/drawing/2014/main" id="{E908B3EE-F31D-4E8D-BF3C-71F5B35F02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5" name="Freeform 14">
                <a:extLst>
                  <a:ext uri="{FF2B5EF4-FFF2-40B4-BE49-F238E27FC236}">
                    <a16:creationId xmlns:a16="http://schemas.microsoft.com/office/drawing/2014/main" id="{DA9F96D7-B42C-4F80-8F26-72388FE0C2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6" name="Freeform 15">
                <a:extLst>
                  <a:ext uri="{FF2B5EF4-FFF2-40B4-BE49-F238E27FC236}">
                    <a16:creationId xmlns:a16="http://schemas.microsoft.com/office/drawing/2014/main" id="{5C9D5861-5A45-408A-A25E-61ED661AD7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7" name="Line 16">
                <a:extLst>
                  <a:ext uri="{FF2B5EF4-FFF2-40B4-BE49-F238E27FC236}">
                    <a16:creationId xmlns:a16="http://schemas.microsoft.com/office/drawing/2014/main" id="{DEEF5DD7-13B2-4CBB-A1AE-193A618B0F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88" name="Freeform 17">
                <a:extLst>
                  <a:ext uri="{FF2B5EF4-FFF2-40B4-BE49-F238E27FC236}">
                    <a16:creationId xmlns:a16="http://schemas.microsoft.com/office/drawing/2014/main" id="{3D896DDA-5AD2-4360-9E65-A792131051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9" name="Freeform 18">
                <a:extLst>
                  <a:ext uri="{FF2B5EF4-FFF2-40B4-BE49-F238E27FC236}">
                    <a16:creationId xmlns:a16="http://schemas.microsoft.com/office/drawing/2014/main" id="{C088F3B1-D893-4078-8EAE-6A3776F675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0" name="Freeform 19">
                <a:extLst>
                  <a:ext uri="{FF2B5EF4-FFF2-40B4-BE49-F238E27FC236}">
                    <a16:creationId xmlns:a16="http://schemas.microsoft.com/office/drawing/2014/main" id="{23CCB367-42E1-4DEF-BABD-7457EB9F28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1" name="Freeform 20">
                <a:extLst>
                  <a:ext uri="{FF2B5EF4-FFF2-40B4-BE49-F238E27FC236}">
                    <a16:creationId xmlns:a16="http://schemas.microsoft.com/office/drawing/2014/main" id="{BAFD46CE-CD21-4C8E-8ACE-B1A0B74A90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2" name="Rectangle 21">
                <a:extLst>
                  <a:ext uri="{FF2B5EF4-FFF2-40B4-BE49-F238E27FC236}">
                    <a16:creationId xmlns:a16="http://schemas.microsoft.com/office/drawing/2014/main" id="{23980A26-1FFF-4434-A77C-C5A1C96A54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93" name="Freeform 22">
                <a:extLst>
                  <a:ext uri="{FF2B5EF4-FFF2-40B4-BE49-F238E27FC236}">
                    <a16:creationId xmlns:a16="http://schemas.microsoft.com/office/drawing/2014/main" id="{AE64C1E5-E917-4222-8080-3EF831FB46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4" name="Freeform 23">
                <a:extLst>
                  <a:ext uri="{FF2B5EF4-FFF2-40B4-BE49-F238E27FC236}">
                    <a16:creationId xmlns:a16="http://schemas.microsoft.com/office/drawing/2014/main" id="{D4D42DE6-99E5-4D28-834E-6601A7DD93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5" name="Freeform 24">
                <a:extLst>
                  <a:ext uri="{FF2B5EF4-FFF2-40B4-BE49-F238E27FC236}">
                    <a16:creationId xmlns:a16="http://schemas.microsoft.com/office/drawing/2014/main" id="{194304B3-4C44-49E0-A677-19E2DA8CC9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6" name="Freeform 25">
                <a:extLst>
                  <a:ext uri="{FF2B5EF4-FFF2-40B4-BE49-F238E27FC236}">
                    <a16:creationId xmlns:a16="http://schemas.microsoft.com/office/drawing/2014/main" id="{C726387F-F77D-4FB6-A177-1DC6115E84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7" name="Freeform 26">
                <a:extLst>
                  <a:ext uri="{FF2B5EF4-FFF2-40B4-BE49-F238E27FC236}">
                    <a16:creationId xmlns:a16="http://schemas.microsoft.com/office/drawing/2014/main" id="{2F09766D-0653-4646-BA37-8FC23294BA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8" name="Freeform 27">
                <a:extLst>
                  <a:ext uri="{FF2B5EF4-FFF2-40B4-BE49-F238E27FC236}">
                    <a16:creationId xmlns:a16="http://schemas.microsoft.com/office/drawing/2014/main" id="{F50D9867-C9E0-462B-894F-B2F97E26AC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9" name="Freeform 28">
                <a:extLst>
                  <a:ext uri="{FF2B5EF4-FFF2-40B4-BE49-F238E27FC236}">
                    <a16:creationId xmlns:a16="http://schemas.microsoft.com/office/drawing/2014/main" id="{44179987-9B3B-4BC1-9BDA-EC9F30A379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00" name="Freeform 29">
                <a:extLst>
                  <a:ext uri="{FF2B5EF4-FFF2-40B4-BE49-F238E27FC236}">
                    <a16:creationId xmlns:a16="http://schemas.microsoft.com/office/drawing/2014/main" id="{EF0E5480-8C2D-4FFE-9357-938DF0642B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01" name="Freeform 30">
                <a:extLst>
                  <a:ext uri="{FF2B5EF4-FFF2-40B4-BE49-F238E27FC236}">
                    <a16:creationId xmlns:a16="http://schemas.microsoft.com/office/drawing/2014/main" id="{FDAC2F76-95E6-4EE4-8A26-47CDAE5C62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02" name="Freeform 31">
                <a:extLst>
                  <a:ext uri="{FF2B5EF4-FFF2-40B4-BE49-F238E27FC236}">
                    <a16:creationId xmlns:a16="http://schemas.microsoft.com/office/drawing/2014/main" id="{249EB4AA-5D5B-4A3A-9F2D-6E4EDF2046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375D3DC5-0B19-4EA9-A350-6218AC28CD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66" name="Freeform 32">
                <a:extLst>
                  <a:ext uri="{FF2B5EF4-FFF2-40B4-BE49-F238E27FC236}">
                    <a16:creationId xmlns:a16="http://schemas.microsoft.com/office/drawing/2014/main" id="{86B5A458-9418-4EDA-9B6F-E4754ABAD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7" name="Freeform 33">
                <a:extLst>
                  <a:ext uri="{FF2B5EF4-FFF2-40B4-BE49-F238E27FC236}">
                    <a16:creationId xmlns:a16="http://schemas.microsoft.com/office/drawing/2014/main" id="{6307D20D-BE6F-4BFD-8A35-230A01AD72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8" name="Freeform 34">
                <a:extLst>
                  <a:ext uri="{FF2B5EF4-FFF2-40B4-BE49-F238E27FC236}">
                    <a16:creationId xmlns:a16="http://schemas.microsoft.com/office/drawing/2014/main" id="{37A04039-8217-4B7F-8F43-4039DF087D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9" name="Freeform 35">
                <a:extLst>
                  <a:ext uri="{FF2B5EF4-FFF2-40B4-BE49-F238E27FC236}">
                    <a16:creationId xmlns:a16="http://schemas.microsoft.com/office/drawing/2014/main" id="{CA6CE641-5DEB-4A06-B9C3-B726A334C2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0" name="Freeform 36">
                <a:extLst>
                  <a:ext uri="{FF2B5EF4-FFF2-40B4-BE49-F238E27FC236}">
                    <a16:creationId xmlns:a16="http://schemas.microsoft.com/office/drawing/2014/main" id="{D08C7C1C-DF39-4479-94BD-47E71DE422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1" name="Freeform 37">
                <a:extLst>
                  <a:ext uri="{FF2B5EF4-FFF2-40B4-BE49-F238E27FC236}">
                    <a16:creationId xmlns:a16="http://schemas.microsoft.com/office/drawing/2014/main" id="{27C5EAA7-E449-48C0-9B14-E677E6ECF8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2" name="Freeform 38">
                <a:extLst>
                  <a:ext uri="{FF2B5EF4-FFF2-40B4-BE49-F238E27FC236}">
                    <a16:creationId xmlns:a16="http://schemas.microsoft.com/office/drawing/2014/main" id="{AA6A8A39-39D4-41FE-9974-CB46106A73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3" name="Freeform 39">
                <a:extLst>
                  <a:ext uri="{FF2B5EF4-FFF2-40B4-BE49-F238E27FC236}">
                    <a16:creationId xmlns:a16="http://schemas.microsoft.com/office/drawing/2014/main" id="{433C6D82-AE91-4A0C-97C6-34399C908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4" name="Freeform 40">
                <a:extLst>
                  <a:ext uri="{FF2B5EF4-FFF2-40B4-BE49-F238E27FC236}">
                    <a16:creationId xmlns:a16="http://schemas.microsoft.com/office/drawing/2014/main" id="{D4C06E36-D233-423A-BC95-5B4D5BE35C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5" name="Rectangle 41">
                <a:extLst>
                  <a:ext uri="{FF2B5EF4-FFF2-40B4-BE49-F238E27FC236}">
                    <a16:creationId xmlns:a16="http://schemas.microsoft.com/office/drawing/2014/main" id="{E1B0EEC1-CF7A-4761-B477-941DB41A83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A04CFF30-9E32-441F-9134-823802E4B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5894387" cy="14785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502F37-6149-4273-B720-C4EE57E39F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2" y="2249487"/>
            <a:ext cx="5894388" cy="354171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Após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pedido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compra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ser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efetuado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o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número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pedido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 as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informações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será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enviada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a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área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picking para que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itens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possam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ser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coletados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pt-BR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Após a coleta, será emitida a nota fiscal, que será encaminhada para a área de conferência para conferir se não há erros com o pedido.</a:t>
            </a:r>
            <a:endParaRPr lang="en-US" sz="2000" dirty="0">
              <a:solidFill>
                <a:schemeClr val="bg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Espaço Reservado para Conteúdo 8" descr="Prateleira de loja&#10;&#10;Descrição gerada automaticamente">
            <a:extLst>
              <a:ext uri="{FF2B5EF4-FFF2-40B4-BE49-F238E27FC236}">
                <a16:creationId xmlns:a16="http://schemas.microsoft.com/office/drawing/2014/main" id="{B3871819-840E-4FA6-955F-89EC726AB8A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22705" r="24397" b="-2"/>
          <a:stretch/>
        </p:blipFill>
        <p:spPr>
          <a:xfrm>
            <a:off x="7619998" y="780235"/>
            <a:ext cx="3425199" cy="4840332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64413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92" name="Group 13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7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8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9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8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9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0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2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3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7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1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 useBgFill="1">
        <p:nvSpPr>
          <p:cNvPr id="93" name="Rectangle 54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4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2909F78-DD4D-4475-8710-9A6052D734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2" y="2249487"/>
            <a:ext cx="4459287" cy="3965046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Caso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tudo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esteja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correto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itens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 a nota fiscal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são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enviadas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para o </a:t>
            </a:r>
            <a:r>
              <a:rPr lang="en-US" sz="2000" i="1" dirty="0"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packing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onde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produtos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serão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embalados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enviados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para a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transportadora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Ao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ser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enviado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o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cliente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receberá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um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código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rastreio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por e-mail, que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também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estará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disponível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plataforma</a:t>
            </a:r>
            <a:endParaRPr lang="en-US" sz="2000" dirty="0">
              <a:solidFill>
                <a:schemeClr val="bg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Espaço Reservado para Conteúdo 5" descr="Uma imagem contendo mesa, itens, pequeno, caixa&#10;&#10;Descrição gerada automaticamente">
            <a:extLst>
              <a:ext uri="{FF2B5EF4-FFF2-40B4-BE49-F238E27FC236}">
                <a16:creationId xmlns:a16="http://schemas.microsoft.com/office/drawing/2014/main" id="{E6E558E5-4ED1-428A-8D2D-CD88CC38EB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096000" y="961200"/>
            <a:ext cx="5456279" cy="4910651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95" name="Group 58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0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1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6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7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8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1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2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7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7" name="CaixaDeTexto 6">
            <a:extLst>
              <a:ext uri="{FF2B5EF4-FFF2-40B4-BE49-F238E27FC236}">
                <a16:creationId xmlns:a16="http://schemas.microsoft.com/office/drawing/2014/main" id="{0107E7E3-42EF-4649-8BC3-B6CFBF178322}"/>
              </a:ext>
            </a:extLst>
          </p:cNvPr>
          <p:cNvSpPr txBox="1"/>
          <p:nvPr/>
        </p:nvSpPr>
        <p:spPr>
          <a:xfrm>
            <a:off x="8991963" y="5671796"/>
            <a:ext cx="2560316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pt-BR" sz="700" dirty="0">
                <a:solidFill>
                  <a:srgbClr val="FFFFFF"/>
                </a:solidFill>
                <a:hlinkClick r:id="rId5" tooltip="http://laclasedeoscarboluda.blogspot.com/2015/02/los-costes-y-el-calculo-del-transport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Esta Foto</a:t>
            </a:r>
            <a:r>
              <a:rPr lang="pt-BR" sz="700" dirty="0">
                <a:solidFill>
                  <a:srgbClr val="FFFFFF"/>
                </a:solidFill>
              </a:rPr>
              <a:t> de Autor Desconhecido está licenciado em </a:t>
            </a:r>
            <a:r>
              <a:rPr lang="pt-BR" sz="700" dirty="0">
                <a:solidFill>
                  <a:srgbClr val="FFFFFF"/>
                </a:solidFill>
                <a:hlinkClick r:id="rId6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pt-BR" sz="700" dirty="0">
              <a:solidFill>
                <a:srgbClr val="FFFFFF"/>
              </a:solidFill>
            </a:endParaRPr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EED4F87A-26EA-4BDA-8A1F-7835696D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550" y="464795"/>
            <a:ext cx="3856037" cy="163988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PROCESSO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3984468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id="{59FACE42-44B0-4185-8ED4-9043A78C8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 xmlns:p14="http://schemas.microsoft.com/office/powerpoint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A838DBA2-246D-4087-AE0A-6EA2B4B65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4406F95-9579-494D-BE1E-A012A7F4C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5" name="Rectangle 5">
                <a:extLst>
                  <a:ext uri="{FF2B5EF4-FFF2-40B4-BE49-F238E27FC236}">
                    <a16:creationId xmlns:a16="http://schemas.microsoft.com/office/drawing/2014/main" id="{4C8D671A-5C73-44CA-B6D0-7F3BC195BA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6">
                <a:extLst>
                  <a:ext uri="{FF2B5EF4-FFF2-40B4-BE49-F238E27FC236}">
                    <a16:creationId xmlns:a16="http://schemas.microsoft.com/office/drawing/2014/main" id="{F0DB3AC8-B5AD-4004-B0B9-74B58BECA0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7">
                <a:extLst>
                  <a:ext uri="{FF2B5EF4-FFF2-40B4-BE49-F238E27FC236}">
                    <a16:creationId xmlns:a16="http://schemas.microsoft.com/office/drawing/2014/main" id="{F3B2C8F3-E236-45B2-B2E1-8460F8FD6D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8">
                <a:extLst>
                  <a:ext uri="{FF2B5EF4-FFF2-40B4-BE49-F238E27FC236}">
                    <a16:creationId xmlns:a16="http://schemas.microsoft.com/office/drawing/2014/main" id="{761EE3AC-0BC2-4A29-AD58-5CB0EEFF96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9">
                <a:extLst>
                  <a:ext uri="{FF2B5EF4-FFF2-40B4-BE49-F238E27FC236}">
                    <a16:creationId xmlns:a16="http://schemas.microsoft.com/office/drawing/2014/main" id="{38DC43BE-83DD-43F3-A21F-9B58B1074F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0">
                <a:extLst>
                  <a:ext uri="{FF2B5EF4-FFF2-40B4-BE49-F238E27FC236}">
                    <a16:creationId xmlns:a16="http://schemas.microsoft.com/office/drawing/2014/main" id="{112583CE-53E8-48F6-9F71-25A32BFD61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1">
                <a:extLst>
                  <a:ext uri="{FF2B5EF4-FFF2-40B4-BE49-F238E27FC236}">
                    <a16:creationId xmlns:a16="http://schemas.microsoft.com/office/drawing/2014/main" id="{229A7966-2C4F-4334-8FB7-08521F984D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Freeform 12">
                <a:extLst>
                  <a:ext uri="{FF2B5EF4-FFF2-40B4-BE49-F238E27FC236}">
                    <a16:creationId xmlns:a16="http://schemas.microsoft.com/office/drawing/2014/main" id="{656FCF6A-DF5B-42AA-83C4-22CD7B9947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3" name="Freeform 13">
                <a:extLst>
                  <a:ext uri="{FF2B5EF4-FFF2-40B4-BE49-F238E27FC236}">
                    <a16:creationId xmlns:a16="http://schemas.microsoft.com/office/drawing/2014/main" id="{E908B3EE-F31D-4E8D-BF3C-71F5B35F02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4">
                <a:extLst>
                  <a:ext uri="{FF2B5EF4-FFF2-40B4-BE49-F238E27FC236}">
                    <a16:creationId xmlns:a16="http://schemas.microsoft.com/office/drawing/2014/main" id="{DA9F96D7-B42C-4F80-8F26-72388FE0C2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5">
                <a:extLst>
                  <a:ext uri="{FF2B5EF4-FFF2-40B4-BE49-F238E27FC236}">
                    <a16:creationId xmlns:a16="http://schemas.microsoft.com/office/drawing/2014/main" id="{5C9D5861-5A45-408A-A25E-61ED661AD7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Line 16">
                <a:extLst>
                  <a:ext uri="{FF2B5EF4-FFF2-40B4-BE49-F238E27FC236}">
                    <a16:creationId xmlns:a16="http://schemas.microsoft.com/office/drawing/2014/main" id="{DEEF5DD7-13B2-4CBB-A1AE-193A618B0F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id="{3D896DDA-5AD2-4360-9E65-A792131051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C088F3B1-D893-4078-8EAE-6A3776F675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23CCB367-42E1-4DEF-BABD-7457EB9F28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0">
                <a:extLst>
                  <a:ext uri="{FF2B5EF4-FFF2-40B4-BE49-F238E27FC236}">
                    <a16:creationId xmlns:a16="http://schemas.microsoft.com/office/drawing/2014/main" id="{BAFD46CE-CD21-4C8E-8ACE-B1A0B74A90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Rectangle 21">
                <a:extLst>
                  <a:ext uri="{FF2B5EF4-FFF2-40B4-BE49-F238E27FC236}">
                    <a16:creationId xmlns:a16="http://schemas.microsoft.com/office/drawing/2014/main" id="{23980A26-1FFF-4434-A77C-C5A1C96A54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2">
                <a:extLst>
                  <a:ext uri="{FF2B5EF4-FFF2-40B4-BE49-F238E27FC236}">
                    <a16:creationId xmlns:a16="http://schemas.microsoft.com/office/drawing/2014/main" id="{AE64C1E5-E917-4222-8080-3EF831FB46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3">
                <a:extLst>
                  <a:ext uri="{FF2B5EF4-FFF2-40B4-BE49-F238E27FC236}">
                    <a16:creationId xmlns:a16="http://schemas.microsoft.com/office/drawing/2014/main" id="{D4D42DE6-99E5-4D28-834E-6601A7DD93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4">
                <a:extLst>
                  <a:ext uri="{FF2B5EF4-FFF2-40B4-BE49-F238E27FC236}">
                    <a16:creationId xmlns:a16="http://schemas.microsoft.com/office/drawing/2014/main" id="{194304B3-4C44-49E0-A677-19E2DA8CC9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5">
                <a:extLst>
                  <a:ext uri="{FF2B5EF4-FFF2-40B4-BE49-F238E27FC236}">
                    <a16:creationId xmlns:a16="http://schemas.microsoft.com/office/drawing/2014/main" id="{C726387F-F77D-4FB6-A177-1DC6115E84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26">
                <a:extLst>
                  <a:ext uri="{FF2B5EF4-FFF2-40B4-BE49-F238E27FC236}">
                    <a16:creationId xmlns:a16="http://schemas.microsoft.com/office/drawing/2014/main" id="{2F09766D-0653-4646-BA37-8FC23294BA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27">
                <a:extLst>
                  <a:ext uri="{FF2B5EF4-FFF2-40B4-BE49-F238E27FC236}">
                    <a16:creationId xmlns:a16="http://schemas.microsoft.com/office/drawing/2014/main" id="{F50D9867-C9E0-462B-894F-B2F97E26AC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8" name="Freeform 28">
                <a:extLst>
                  <a:ext uri="{FF2B5EF4-FFF2-40B4-BE49-F238E27FC236}">
                    <a16:creationId xmlns:a16="http://schemas.microsoft.com/office/drawing/2014/main" id="{44179987-9B3B-4BC1-9BDA-EC9F30A379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9" name="Freeform 29">
                <a:extLst>
                  <a:ext uri="{FF2B5EF4-FFF2-40B4-BE49-F238E27FC236}">
                    <a16:creationId xmlns:a16="http://schemas.microsoft.com/office/drawing/2014/main" id="{EF0E5480-8C2D-4FFE-9357-938DF0642B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0" name="Freeform 30">
                <a:extLst>
                  <a:ext uri="{FF2B5EF4-FFF2-40B4-BE49-F238E27FC236}">
                    <a16:creationId xmlns:a16="http://schemas.microsoft.com/office/drawing/2014/main" id="{FDAC2F76-95E6-4EE4-8A26-47CDAE5C62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" name="Freeform 31">
                <a:extLst>
                  <a:ext uri="{FF2B5EF4-FFF2-40B4-BE49-F238E27FC236}">
                    <a16:creationId xmlns:a16="http://schemas.microsoft.com/office/drawing/2014/main" id="{249EB4AA-5D5B-4A3A-9F2D-6E4EDF2046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75D3DC5-0B19-4EA9-A350-6218AC28CD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5" name="Freeform 32">
                <a:extLst>
                  <a:ext uri="{FF2B5EF4-FFF2-40B4-BE49-F238E27FC236}">
                    <a16:creationId xmlns:a16="http://schemas.microsoft.com/office/drawing/2014/main" id="{86B5A458-9418-4EDA-9B6F-E4754ABAD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3">
                <a:extLst>
                  <a:ext uri="{FF2B5EF4-FFF2-40B4-BE49-F238E27FC236}">
                    <a16:creationId xmlns:a16="http://schemas.microsoft.com/office/drawing/2014/main" id="{6307D20D-BE6F-4BFD-8A35-230A01AD72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4">
                <a:extLst>
                  <a:ext uri="{FF2B5EF4-FFF2-40B4-BE49-F238E27FC236}">
                    <a16:creationId xmlns:a16="http://schemas.microsoft.com/office/drawing/2014/main" id="{37A04039-8217-4B7F-8F43-4039DF087D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5">
                <a:extLst>
                  <a:ext uri="{FF2B5EF4-FFF2-40B4-BE49-F238E27FC236}">
                    <a16:creationId xmlns:a16="http://schemas.microsoft.com/office/drawing/2014/main" id="{CA6CE641-5DEB-4A06-B9C3-B726A334C2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36">
                <a:extLst>
                  <a:ext uri="{FF2B5EF4-FFF2-40B4-BE49-F238E27FC236}">
                    <a16:creationId xmlns:a16="http://schemas.microsoft.com/office/drawing/2014/main" id="{D08C7C1C-DF39-4479-94BD-47E71DE422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Freeform 37">
                <a:extLst>
                  <a:ext uri="{FF2B5EF4-FFF2-40B4-BE49-F238E27FC236}">
                    <a16:creationId xmlns:a16="http://schemas.microsoft.com/office/drawing/2014/main" id="{27C5EAA7-E449-48C0-9B14-E677E6ECF8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1" name="Freeform 38">
                <a:extLst>
                  <a:ext uri="{FF2B5EF4-FFF2-40B4-BE49-F238E27FC236}">
                    <a16:creationId xmlns:a16="http://schemas.microsoft.com/office/drawing/2014/main" id="{AA6A8A39-39D4-41FE-9974-CB46106A73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39">
                <a:extLst>
                  <a:ext uri="{FF2B5EF4-FFF2-40B4-BE49-F238E27FC236}">
                    <a16:creationId xmlns:a16="http://schemas.microsoft.com/office/drawing/2014/main" id="{433C6D82-AE91-4A0C-97C6-34399C908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40">
                <a:extLst>
                  <a:ext uri="{FF2B5EF4-FFF2-40B4-BE49-F238E27FC236}">
                    <a16:creationId xmlns:a16="http://schemas.microsoft.com/office/drawing/2014/main" id="{D4C06E36-D233-423A-BC95-5B4D5BE35C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Rectangle 41">
                <a:extLst>
                  <a:ext uri="{FF2B5EF4-FFF2-40B4-BE49-F238E27FC236}">
                    <a16:creationId xmlns:a16="http://schemas.microsoft.com/office/drawing/2014/main" id="{E1B0EEC1-CF7A-4761-B477-941DB41A83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CC5228C2-AA93-423B-B11E-66BBDBE0E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5894387" cy="14785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website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590BD66-F32A-47D2-BB52-488E0CED5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2" y="2249487"/>
            <a:ext cx="5894388" cy="3541714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Utilizamos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seguintes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ferramentas: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fabricadeaplicativos.com.br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www.wix.com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simulação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en-US" sz="20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nosso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site: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https://biancammariano.wixsite.com/website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 para visualização completa do aplicativo: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https://galeria.fabricadeaplicativos.com.br/geek_power</a:t>
            </a:r>
            <a:endParaRPr lang="en-US" sz="1900" dirty="0">
              <a:solidFill>
                <a:schemeClr val="bg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Figura12" descr="Tela de celular com texto preto sobre fundo branco&#10;&#10;Descrição gerada automaticamente">
            <a:extLst>
              <a:ext uri="{FF2B5EF4-FFF2-40B4-BE49-F238E27FC236}">
                <a16:creationId xmlns:a16="http://schemas.microsoft.com/office/drawing/2014/main" id="{52EA07EF-A343-4FDB-A3CF-5D5D1ABD7538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8"/>
          <a:srcRect t="4340" r="3" b="12287"/>
          <a:stretch/>
        </p:blipFill>
        <p:spPr bwMode="auto">
          <a:xfrm>
            <a:off x="7619998" y="780235"/>
            <a:ext cx="3425199" cy="4840332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863482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322</Words>
  <Application>Microsoft Office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1" baseType="lpstr">
      <vt:lpstr>Arial</vt:lpstr>
      <vt:lpstr>Tw Cen MT</vt:lpstr>
      <vt:lpstr>Circuito</vt:lpstr>
      <vt:lpstr>Apresentação do PowerPoint</vt:lpstr>
      <vt:lpstr>A LOJA</vt:lpstr>
      <vt:lpstr>A estrutura</vt:lpstr>
      <vt:lpstr>A estrutura</vt:lpstr>
      <vt:lpstr>O e-commerce</vt:lpstr>
      <vt:lpstr>PROCESSO</vt:lpstr>
      <vt:lpstr>PROCESSO</vt:lpstr>
      <vt:lpstr>O website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João Pedro Vilhena</dc:creator>
  <cp:lastModifiedBy>João Pedro Vilhena</cp:lastModifiedBy>
  <cp:revision>1</cp:revision>
  <dcterms:created xsi:type="dcterms:W3CDTF">2020-06-26T19:10:58Z</dcterms:created>
  <dcterms:modified xsi:type="dcterms:W3CDTF">2020-06-26T19:19:57Z</dcterms:modified>
</cp:coreProperties>
</file>